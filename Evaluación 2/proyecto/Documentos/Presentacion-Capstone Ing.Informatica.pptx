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Arim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0fx5xFp6LyQcIY8uXyq5tCPLD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rimo-regular.fntdata"/><Relationship Id="rId21" Type="http://schemas.openxmlformats.org/officeDocument/2006/relationships/slide" Target="slides/slide16.xml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rim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10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960872" y="1029500"/>
            <a:ext cx="123539" cy="7961471"/>
          </a:xfrm>
          <a:custGeom>
            <a:rect b="b" l="l" r="r" t="t"/>
            <a:pathLst>
              <a:path extrusionOk="0" h="10615295" w="164719">
                <a:moveTo>
                  <a:pt x="0" y="0"/>
                </a:moveTo>
                <a:lnTo>
                  <a:pt x="164719" y="0"/>
                </a:lnTo>
                <a:lnTo>
                  <a:pt x="164719" y="10615295"/>
                </a:lnTo>
                <a:lnTo>
                  <a:pt x="0" y="10615295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601381" y="1185034"/>
            <a:ext cx="8053159" cy="526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ABC7EA"/>
                </a:solidFill>
                <a:latin typeface="Arial"/>
                <a:ea typeface="Arial"/>
                <a:cs typeface="Arial"/>
                <a:sym typeface="Arial"/>
              </a:rPr>
              <a:t>CAPSTONE 2026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573930" y="2224068"/>
            <a:ext cx="15122414" cy="2644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web para el procesamiento inteligente y centralización de documentos tributarios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601381" y="5554332"/>
            <a:ext cx="13543845" cy="535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BDD2EC"/>
                </a:solidFill>
                <a:latin typeface="Arial"/>
                <a:ea typeface="Arial"/>
                <a:cs typeface="Arial"/>
                <a:sym typeface="Arial"/>
              </a:rPr>
              <a:t>INGENIERÍA INFORMÁTICA · SEDE PUENTE ALTO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509941" y="6520196"/>
            <a:ext cx="14687550" cy="27432"/>
          </a:xfrm>
          <a:custGeom>
            <a:rect b="b" l="l" r="r" t="t"/>
            <a:pathLst>
              <a:path extrusionOk="0" h="36576" w="19583400">
                <a:moveTo>
                  <a:pt x="0" y="0"/>
                </a:moveTo>
                <a:lnTo>
                  <a:pt x="19583400" y="0"/>
                </a:lnTo>
                <a:lnTo>
                  <a:pt x="195834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1601381" y="7046347"/>
            <a:ext cx="14916512" cy="567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Nicolás Cisterna  ·  Marcelo Vásquez  ·  Martín Godoy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601381" y="8377838"/>
            <a:ext cx="135438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1" u="none" cap="none" strike="noStrike">
                <a:solidFill>
                  <a:srgbClr val="F7FAFD"/>
                </a:solidFill>
                <a:latin typeface="Arial"/>
                <a:ea typeface="Arial"/>
                <a:cs typeface="Arial"/>
                <a:sym typeface="Arial"/>
              </a:rPr>
              <a:t>Docente: Fabián Enrique Saldaño Pérez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1159621" y="2669562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560195" y="2928328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01  Problemática a resolver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1159621" y="3918690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560195" y="4177465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02  Solución y objetivo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159621" y="5167827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560195" y="5426593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03  Alcances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1159621" y="6416954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560195" y="6675730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04  Requerimientos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1159621" y="7666091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560195" y="7924857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05  Diseño del sistema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9560376" y="2669562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9960959" y="2928328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06  Tecnologías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9560376" y="3918690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9960959" y="4177465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07  Riesgos y planificación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9560376" y="5167827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9960959" y="5426593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08  Costos estimados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9560376" y="6416954"/>
            <a:ext cx="7769829" cy="961454"/>
          </a:xfrm>
          <a:custGeom>
            <a:rect b="b" l="l" r="r" t="t"/>
            <a:pathLst>
              <a:path extrusionOk="0" h="1281938" w="10359772">
                <a:moveTo>
                  <a:pt x="0" y="128143"/>
                </a:moveTo>
                <a:cubicBezTo>
                  <a:pt x="0" y="57404"/>
                  <a:pt x="57404" y="0"/>
                  <a:pt x="128143" y="0"/>
                </a:cubicBezTo>
                <a:lnTo>
                  <a:pt x="10231628" y="0"/>
                </a:lnTo>
                <a:cubicBezTo>
                  <a:pt x="10302367" y="0"/>
                  <a:pt x="10359772" y="57404"/>
                  <a:pt x="10359772" y="128143"/>
                </a:cubicBezTo>
                <a:lnTo>
                  <a:pt x="10359772" y="1153795"/>
                </a:lnTo>
                <a:cubicBezTo>
                  <a:pt x="10359772" y="1224534"/>
                  <a:pt x="10302367" y="1281938"/>
                  <a:pt x="10231628" y="1281938"/>
                </a:cubicBezTo>
                <a:lnTo>
                  <a:pt x="128143" y="1281938"/>
                </a:lnTo>
                <a:cubicBezTo>
                  <a:pt x="57404" y="1281938"/>
                  <a:pt x="0" y="1224534"/>
                  <a:pt x="0" y="1153795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9960959" y="6675730"/>
            <a:ext cx="6817747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09  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Problemática a resolver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126" name="Google Shape;126;p3"/>
          <p:cNvSpPr txBox="1"/>
          <p:nvPr/>
        </p:nvSpPr>
        <p:spPr>
          <a:xfrm>
            <a:off x="1120940" y="2585161"/>
            <a:ext cx="6680483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224C82"/>
                </a:solidFill>
                <a:latin typeface="Arial"/>
                <a:ea typeface="Arial"/>
                <a:cs typeface="Arial"/>
                <a:sym typeface="Arial"/>
              </a:rPr>
              <a:t>Desafío principal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120940" y="3367583"/>
            <a:ext cx="7572718" cy="279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2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La documentación tributaria de compra se administra con archivos dispersos y digitación manual, dificultando el control oportuno de los gastos.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9601562" y="2518572"/>
            <a:ext cx="7426738" cy="1908620"/>
          </a:xfrm>
          <a:custGeom>
            <a:rect b="b" l="l" r="r" t="t"/>
            <a:pathLst>
              <a:path extrusionOk="0" h="2544826" w="9902317">
                <a:moveTo>
                  <a:pt x="0" y="254508"/>
                </a:moveTo>
                <a:cubicBezTo>
                  <a:pt x="0" y="113919"/>
                  <a:pt x="113919" y="0"/>
                  <a:pt x="254508" y="0"/>
                </a:cubicBezTo>
                <a:lnTo>
                  <a:pt x="9647809" y="0"/>
                </a:lnTo>
                <a:cubicBezTo>
                  <a:pt x="9788398" y="0"/>
                  <a:pt x="9902317" y="113919"/>
                  <a:pt x="9902317" y="254508"/>
                </a:cubicBezTo>
                <a:lnTo>
                  <a:pt x="9902317" y="2290318"/>
                </a:lnTo>
                <a:cubicBezTo>
                  <a:pt x="9902317" y="2430907"/>
                  <a:pt x="9788398" y="2544826"/>
                  <a:pt x="9647809" y="2544826"/>
                </a:cubicBezTo>
                <a:lnTo>
                  <a:pt x="254508" y="2544826"/>
                </a:lnTo>
                <a:cubicBezTo>
                  <a:pt x="113919" y="2544826"/>
                  <a:pt x="0" y="2430907"/>
                  <a:pt x="0" y="2290318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0002136" y="2818514"/>
            <a:ext cx="6680483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Información fragmentada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0002136" y="3697024"/>
            <a:ext cx="668048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Facturas y boletas distribuidas entre carpetas y registros manuales.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9601562" y="4618758"/>
            <a:ext cx="7426738" cy="1908620"/>
          </a:xfrm>
          <a:custGeom>
            <a:rect b="b" l="l" r="r" t="t"/>
            <a:pathLst>
              <a:path extrusionOk="0" h="2544826" w="9902317">
                <a:moveTo>
                  <a:pt x="0" y="254508"/>
                </a:moveTo>
                <a:cubicBezTo>
                  <a:pt x="0" y="113919"/>
                  <a:pt x="113919" y="0"/>
                  <a:pt x="254508" y="0"/>
                </a:cubicBezTo>
                <a:lnTo>
                  <a:pt x="9647809" y="0"/>
                </a:lnTo>
                <a:cubicBezTo>
                  <a:pt x="9788398" y="0"/>
                  <a:pt x="9902317" y="113919"/>
                  <a:pt x="9902317" y="254508"/>
                </a:cubicBezTo>
                <a:lnTo>
                  <a:pt x="9902317" y="2290318"/>
                </a:lnTo>
                <a:cubicBezTo>
                  <a:pt x="9902317" y="2430907"/>
                  <a:pt x="9788398" y="2544826"/>
                  <a:pt x="9647809" y="2544826"/>
                </a:cubicBezTo>
                <a:lnTo>
                  <a:pt x="254508" y="2544826"/>
                </a:lnTo>
                <a:cubicBezTo>
                  <a:pt x="113919" y="2544826"/>
                  <a:pt x="0" y="2430907"/>
                  <a:pt x="0" y="2290318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0002136" y="4918710"/>
            <a:ext cx="6680483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Errores y reprocesos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002136" y="5797220"/>
            <a:ext cx="668048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La transcripción manual exige tiempo y validación posterior.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9601562" y="6718945"/>
            <a:ext cx="7426738" cy="1908619"/>
          </a:xfrm>
          <a:custGeom>
            <a:rect b="b" l="l" r="r" t="t"/>
            <a:pathLst>
              <a:path extrusionOk="0" h="2544826" w="9902317">
                <a:moveTo>
                  <a:pt x="0" y="254508"/>
                </a:moveTo>
                <a:cubicBezTo>
                  <a:pt x="0" y="113919"/>
                  <a:pt x="113919" y="0"/>
                  <a:pt x="254508" y="0"/>
                </a:cubicBezTo>
                <a:lnTo>
                  <a:pt x="9647809" y="0"/>
                </a:lnTo>
                <a:cubicBezTo>
                  <a:pt x="9788398" y="0"/>
                  <a:pt x="9902317" y="113919"/>
                  <a:pt x="9902317" y="254508"/>
                </a:cubicBezTo>
                <a:lnTo>
                  <a:pt x="9902317" y="2290318"/>
                </a:lnTo>
                <a:cubicBezTo>
                  <a:pt x="9902317" y="2430907"/>
                  <a:pt x="9788398" y="2544826"/>
                  <a:pt x="9647809" y="2544826"/>
                </a:cubicBezTo>
                <a:lnTo>
                  <a:pt x="254508" y="2544826"/>
                </a:lnTo>
                <a:cubicBezTo>
                  <a:pt x="113919" y="2544826"/>
                  <a:pt x="0" y="2430907"/>
                  <a:pt x="0" y="2290318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0002136" y="7018896"/>
            <a:ext cx="6680483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Baja visibilidad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10002136" y="7897406"/>
            <a:ext cx="668048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Consultar gastos, proveedores y tendencias requiere consolidación.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143" name="Google Shape;143;p4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Solución y objetivo del proyecto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145" name="Google Shape;145;p4"/>
          <p:cNvSpPr txBox="1"/>
          <p:nvPr/>
        </p:nvSpPr>
        <p:spPr>
          <a:xfrm>
            <a:off x="1189577" y="2571436"/>
            <a:ext cx="6680483" cy="4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224C82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1189577" y="3175416"/>
            <a:ext cx="7092286" cy="189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2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Centralizar los documentos de compra y transformar su contenido en información financiera consultable.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9052484" y="2600925"/>
            <a:ext cx="7975759" cy="1826228"/>
          </a:xfrm>
          <a:custGeom>
            <a:rect b="b" l="l" r="r" t="t"/>
            <a:pathLst>
              <a:path extrusionOk="0" h="2434971" w="10634345">
                <a:moveTo>
                  <a:pt x="0" y="243459"/>
                </a:moveTo>
                <a:cubicBezTo>
                  <a:pt x="0" y="108966"/>
                  <a:pt x="108966" y="0"/>
                  <a:pt x="243459" y="0"/>
                </a:cubicBezTo>
                <a:lnTo>
                  <a:pt x="10390886" y="0"/>
                </a:lnTo>
                <a:cubicBezTo>
                  <a:pt x="10525379" y="0"/>
                  <a:pt x="10634345" y="108966"/>
                  <a:pt x="10634345" y="243459"/>
                </a:cubicBezTo>
                <a:lnTo>
                  <a:pt x="10634345" y="2191512"/>
                </a:lnTo>
                <a:cubicBezTo>
                  <a:pt x="10634345" y="2326005"/>
                  <a:pt x="10525379" y="2434971"/>
                  <a:pt x="10390886" y="2434971"/>
                </a:cubicBezTo>
                <a:lnTo>
                  <a:pt x="243459" y="2434971"/>
                </a:lnTo>
                <a:cubicBezTo>
                  <a:pt x="108966" y="2434971"/>
                  <a:pt x="0" y="2326005"/>
                  <a:pt x="0" y="2191512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9453067" y="2900877"/>
            <a:ext cx="7229551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1 · Digitalización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9453067" y="3779387"/>
            <a:ext cx="7229551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Carga de PDF y extracción preliminar de campos tributarios mediante IA.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9052484" y="4714846"/>
            <a:ext cx="7975759" cy="1826228"/>
          </a:xfrm>
          <a:custGeom>
            <a:rect b="b" l="l" r="r" t="t"/>
            <a:pathLst>
              <a:path extrusionOk="0" h="2434971" w="10634345">
                <a:moveTo>
                  <a:pt x="0" y="243459"/>
                </a:moveTo>
                <a:cubicBezTo>
                  <a:pt x="0" y="108966"/>
                  <a:pt x="108966" y="0"/>
                  <a:pt x="243459" y="0"/>
                </a:cubicBezTo>
                <a:lnTo>
                  <a:pt x="10390886" y="0"/>
                </a:lnTo>
                <a:cubicBezTo>
                  <a:pt x="10525379" y="0"/>
                  <a:pt x="10634345" y="108966"/>
                  <a:pt x="10634345" y="243459"/>
                </a:cubicBezTo>
                <a:lnTo>
                  <a:pt x="10634345" y="2191512"/>
                </a:lnTo>
                <a:cubicBezTo>
                  <a:pt x="10634345" y="2326005"/>
                  <a:pt x="10525379" y="2434971"/>
                  <a:pt x="10390886" y="2434971"/>
                </a:cubicBezTo>
                <a:lnTo>
                  <a:pt x="243459" y="2434971"/>
                </a:lnTo>
                <a:cubicBezTo>
                  <a:pt x="108966" y="2434971"/>
                  <a:pt x="0" y="2326005"/>
                  <a:pt x="0" y="2191512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9453067" y="5014798"/>
            <a:ext cx="7229551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2 · Validación humana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9453067" y="5893308"/>
            <a:ext cx="7229551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Revisión del PDF junto a un formulario editable antes de confirmar.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9052484" y="6828758"/>
            <a:ext cx="7975759" cy="1826228"/>
          </a:xfrm>
          <a:custGeom>
            <a:rect b="b" l="l" r="r" t="t"/>
            <a:pathLst>
              <a:path extrusionOk="0" h="2434971" w="10634345">
                <a:moveTo>
                  <a:pt x="0" y="243459"/>
                </a:moveTo>
                <a:cubicBezTo>
                  <a:pt x="0" y="108966"/>
                  <a:pt x="108966" y="0"/>
                  <a:pt x="243459" y="0"/>
                </a:cubicBezTo>
                <a:lnTo>
                  <a:pt x="10390886" y="0"/>
                </a:lnTo>
                <a:cubicBezTo>
                  <a:pt x="10525379" y="0"/>
                  <a:pt x="10634345" y="108966"/>
                  <a:pt x="10634345" y="243459"/>
                </a:cubicBezTo>
                <a:lnTo>
                  <a:pt x="10634345" y="2191512"/>
                </a:lnTo>
                <a:cubicBezTo>
                  <a:pt x="10634345" y="2326005"/>
                  <a:pt x="10525379" y="2434971"/>
                  <a:pt x="10390886" y="2434971"/>
                </a:cubicBezTo>
                <a:lnTo>
                  <a:pt x="243459" y="2434971"/>
                </a:lnTo>
                <a:cubicBezTo>
                  <a:pt x="108966" y="2434971"/>
                  <a:pt x="0" y="2326005"/>
                  <a:pt x="0" y="2191512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453067" y="7128710"/>
            <a:ext cx="7229551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3 · Información útil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9453067" y="8007220"/>
            <a:ext cx="7229551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Búsqueda, dashboard de gastos en CLP y consultas en lenguaje natural.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161" name="Google Shape;161;p5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162" name="Google Shape;162;p5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Alcances del sistema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885092" y="2518572"/>
            <a:ext cx="8113014" cy="6767799"/>
          </a:xfrm>
          <a:custGeom>
            <a:rect b="b" l="l" r="r" t="t"/>
            <a:pathLst>
              <a:path extrusionOk="0" h="9023731" w="10817352">
                <a:moveTo>
                  <a:pt x="0" y="902335"/>
                </a:moveTo>
                <a:cubicBezTo>
                  <a:pt x="0" y="403987"/>
                  <a:pt x="403987" y="0"/>
                  <a:pt x="902335" y="0"/>
                </a:cubicBezTo>
                <a:lnTo>
                  <a:pt x="9915017" y="0"/>
                </a:lnTo>
                <a:cubicBezTo>
                  <a:pt x="10413365" y="0"/>
                  <a:pt x="10817352" y="403987"/>
                  <a:pt x="10817352" y="902335"/>
                </a:cubicBezTo>
                <a:lnTo>
                  <a:pt x="10817352" y="8121396"/>
                </a:lnTo>
                <a:cubicBezTo>
                  <a:pt x="10817352" y="8619744"/>
                  <a:pt x="10413365" y="9023731"/>
                  <a:pt x="9915017" y="9023731"/>
                </a:cubicBezTo>
                <a:lnTo>
                  <a:pt x="902335" y="9023731"/>
                </a:lnTo>
                <a:cubicBezTo>
                  <a:pt x="403987" y="9023858"/>
                  <a:pt x="0" y="8619744"/>
                  <a:pt x="0" y="8121396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285665" y="2818514"/>
            <a:ext cx="7366816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Qué hace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285665" y="3697024"/>
            <a:ext cx="7366800" cy="6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Gestiona documentos </a:t>
            </a:r>
            <a:r>
              <a:rPr lang="en-US" sz="2951">
                <a:solidFill>
                  <a:srgbClr val="192F4B"/>
                </a:solidFill>
              </a:rPr>
              <a:t>tributarios</a:t>
            </a:r>
            <a:r>
              <a:rPr b="0" i="0" lang="en-US" sz="2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51">
                <a:solidFill>
                  <a:srgbClr val="192F4B"/>
                </a:solidFill>
              </a:rPr>
              <a:t>electrónicos</a:t>
            </a:r>
            <a:endParaRPr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Carga PDF en lotes pequeños.</a:t>
            </a:r>
            <a:endParaRPr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Extrae, revisa y confirma datos tributarios.</a:t>
            </a:r>
            <a:endParaRPr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Consulta documentos y métricas financieras.</a:t>
            </a:r>
            <a:endParaRPr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Responde preguntas mediante asistente IA.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285846" y="2518572"/>
            <a:ext cx="8113108" cy="4379405"/>
          </a:xfrm>
          <a:custGeom>
            <a:rect b="b" l="l" r="r" t="t"/>
            <a:pathLst>
              <a:path extrusionOk="0" h="5839206" w="10817478">
                <a:moveTo>
                  <a:pt x="0" y="583946"/>
                </a:moveTo>
                <a:cubicBezTo>
                  <a:pt x="0" y="261493"/>
                  <a:pt x="261493" y="0"/>
                  <a:pt x="583946" y="0"/>
                </a:cubicBezTo>
                <a:lnTo>
                  <a:pt x="10233533" y="0"/>
                </a:lnTo>
                <a:cubicBezTo>
                  <a:pt x="10555986" y="0"/>
                  <a:pt x="10817478" y="261493"/>
                  <a:pt x="10817478" y="583946"/>
                </a:cubicBezTo>
                <a:lnTo>
                  <a:pt x="10817478" y="5255260"/>
                </a:lnTo>
                <a:cubicBezTo>
                  <a:pt x="10817478" y="5577713"/>
                  <a:pt x="10555986" y="5839206"/>
                  <a:pt x="10233533" y="5839206"/>
                </a:cubicBezTo>
                <a:lnTo>
                  <a:pt x="583946" y="5839206"/>
                </a:lnTo>
                <a:cubicBezTo>
                  <a:pt x="261493" y="5839206"/>
                  <a:pt x="0" y="5577713"/>
                  <a:pt x="0" y="5255260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9686420" y="2818514"/>
            <a:ext cx="7366816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Qué no hace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9700146" y="3454073"/>
            <a:ext cx="7431705" cy="2696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8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No emite ni timbra DTE.</a:t>
            </a:r>
            <a:endParaRPr/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8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8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No se integra directamente con el SII.</a:t>
            </a:r>
            <a:endParaRPr/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8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8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No incorpora pagos bancarios ni un ERP completo.</a:t>
            </a:r>
            <a:endParaRPr/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8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8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No ejecuta consultas de escritura generadas por IA.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9292990" y="7179078"/>
            <a:ext cx="8098821" cy="2086546"/>
          </a:xfrm>
          <a:custGeom>
            <a:rect b="b" l="l" r="r" t="t"/>
            <a:pathLst>
              <a:path extrusionOk="0" h="2782062" w="10798428">
                <a:moveTo>
                  <a:pt x="0" y="278257"/>
                </a:moveTo>
                <a:cubicBezTo>
                  <a:pt x="0" y="124587"/>
                  <a:pt x="124587" y="0"/>
                  <a:pt x="278257" y="0"/>
                </a:cubicBezTo>
                <a:lnTo>
                  <a:pt x="10520172" y="0"/>
                </a:lnTo>
                <a:cubicBezTo>
                  <a:pt x="10673842" y="0"/>
                  <a:pt x="10798428" y="124587"/>
                  <a:pt x="10798428" y="278257"/>
                </a:cubicBezTo>
                <a:lnTo>
                  <a:pt x="10798428" y="2503805"/>
                </a:lnTo>
                <a:cubicBezTo>
                  <a:pt x="10798428" y="2657475"/>
                  <a:pt x="10673842" y="2782062"/>
                  <a:pt x="10520172" y="2782062"/>
                </a:cubicBezTo>
                <a:lnTo>
                  <a:pt x="278257" y="2782062"/>
                </a:lnTo>
                <a:cubicBezTo>
                  <a:pt x="124587" y="2781935"/>
                  <a:pt x="0" y="2657348"/>
                  <a:pt x="0" y="2503805"/>
                </a:cubicBezTo>
                <a:close/>
              </a:path>
            </a:pathLst>
          </a:cu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9700146" y="7471877"/>
            <a:ext cx="7092286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Restricciones clave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9700146" y="8199396"/>
            <a:ext cx="7023649" cy="590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PDF hasta 15 MB · lotes de 1 a 10 · montos en CLP ·  PDF de DTE en formato Estandar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178" name="Google Shape;178;p6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179" name="Google Shape;179;p6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Lista de requerimientos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181" name="Google Shape;181;p6"/>
          <p:cNvSpPr/>
          <p:nvPr/>
        </p:nvSpPr>
        <p:spPr>
          <a:xfrm>
            <a:off x="983675" y="2559748"/>
            <a:ext cx="8140445" cy="6671691"/>
          </a:xfrm>
          <a:custGeom>
            <a:rect b="b" l="l" r="r" t="t"/>
            <a:pathLst>
              <a:path extrusionOk="0" h="8895588" w="10853927">
                <a:moveTo>
                  <a:pt x="0" y="889508"/>
                </a:moveTo>
                <a:cubicBezTo>
                  <a:pt x="0" y="398272"/>
                  <a:pt x="398272" y="0"/>
                  <a:pt x="889508" y="0"/>
                </a:cubicBezTo>
                <a:lnTo>
                  <a:pt x="9964420" y="0"/>
                </a:lnTo>
                <a:cubicBezTo>
                  <a:pt x="10455656" y="0"/>
                  <a:pt x="10853927" y="398272"/>
                  <a:pt x="10853927" y="889508"/>
                </a:cubicBezTo>
                <a:lnTo>
                  <a:pt x="10853927" y="8006080"/>
                </a:lnTo>
                <a:cubicBezTo>
                  <a:pt x="10853927" y="8497316"/>
                  <a:pt x="10455656" y="8895588"/>
                  <a:pt x="9964420" y="8895588"/>
                </a:cubicBezTo>
                <a:lnTo>
                  <a:pt x="889508" y="8895588"/>
                </a:lnTo>
                <a:cubicBezTo>
                  <a:pt x="398272" y="8895715"/>
                  <a:pt x="0" y="8497443"/>
                  <a:pt x="0" y="8006080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1313117" y="2859700"/>
            <a:ext cx="7394267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Funcionales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313117" y="3523231"/>
            <a:ext cx="7394267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Inicio de sesión 2FA  y recuperación de contraseña.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Creación de notebooks y carga de documentos.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Extracción con IA y revisión asistida.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Gestión documental y búsqueda.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1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Chat financiero y actualización del dashboard.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9285846" y="2559748"/>
            <a:ext cx="8140445" cy="6671691"/>
          </a:xfrm>
          <a:custGeom>
            <a:rect b="b" l="l" r="r" t="t"/>
            <a:pathLst>
              <a:path extrusionOk="0" h="8895588" w="10853927">
                <a:moveTo>
                  <a:pt x="0" y="889508"/>
                </a:moveTo>
                <a:cubicBezTo>
                  <a:pt x="0" y="398272"/>
                  <a:pt x="398272" y="0"/>
                  <a:pt x="889508" y="0"/>
                </a:cubicBezTo>
                <a:lnTo>
                  <a:pt x="9964420" y="0"/>
                </a:lnTo>
                <a:cubicBezTo>
                  <a:pt x="10455656" y="0"/>
                  <a:pt x="10853927" y="398272"/>
                  <a:pt x="10853927" y="889508"/>
                </a:cubicBezTo>
                <a:lnTo>
                  <a:pt x="10853927" y="8006080"/>
                </a:lnTo>
                <a:cubicBezTo>
                  <a:pt x="10853927" y="8497316"/>
                  <a:pt x="10455656" y="8895588"/>
                  <a:pt x="9964420" y="8895588"/>
                </a:cubicBezTo>
                <a:lnTo>
                  <a:pt x="889508" y="8895588"/>
                </a:lnTo>
                <a:cubicBezTo>
                  <a:pt x="398272" y="8895715"/>
                  <a:pt x="0" y="8497443"/>
                  <a:pt x="0" y="8006080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9686420" y="2859700"/>
            <a:ext cx="7394267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No funcionales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9686420" y="3738210"/>
            <a:ext cx="7394267" cy="5028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Seguridad: HTTPS, hashing, JWT y control de acceso.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Privacidad: aislamiento por empresa/notebook.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Calidad: integridad y precisión financiera.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Rendimiento: extracción, listados y dashboards.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92F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• Resiliencia ante fallas del servicio de 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192" name="Google Shape;192;p7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193" name="Google Shape;193;p7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194" name="Google Shape;194;p7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Diseño del sistema · Modelo relacional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107215" y="2365534"/>
            <a:ext cx="13543845" cy="266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(Vista resumida de las entidades clave )</a:t>
            </a:r>
            <a:endParaRPr/>
          </a:p>
        </p:txBody>
      </p:sp>
      <p:grpSp>
        <p:nvGrpSpPr>
          <p:cNvPr id="196" name="Google Shape;196;p7"/>
          <p:cNvGrpSpPr/>
          <p:nvPr/>
        </p:nvGrpSpPr>
        <p:grpSpPr>
          <a:xfrm>
            <a:off x="1220403" y="3280841"/>
            <a:ext cx="2581171" cy="2438887"/>
            <a:chOff x="0" y="0"/>
            <a:chExt cx="3441562" cy="3251849"/>
          </a:xfrm>
        </p:grpSpPr>
        <p:grpSp>
          <p:nvGrpSpPr>
            <p:cNvPr id="197" name="Google Shape;197;p7"/>
            <p:cNvGrpSpPr/>
            <p:nvPr/>
          </p:nvGrpSpPr>
          <p:grpSpPr>
            <a:xfrm>
              <a:off x="132" y="0"/>
              <a:ext cx="3441430" cy="3247934"/>
              <a:chOff x="0" y="0"/>
              <a:chExt cx="790192" cy="745763"/>
            </a:xfrm>
          </p:grpSpPr>
          <p:sp>
            <p:nvSpPr>
              <p:cNvPr id="198" name="Google Shape;198;p7"/>
              <p:cNvSpPr/>
              <p:nvPr/>
            </p:nvSpPr>
            <p:spPr>
              <a:xfrm>
                <a:off x="0" y="0"/>
                <a:ext cx="790192" cy="745763"/>
              </a:xfrm>
              <a:custGeom>
                <a:rect b="b" l="l" r="r" t="t"/>
                <a:pathLst>
                  <a:path extrusionOk="0" h="745763" w="790192">
                    <a:moveTo>
                      <a:pt x="0" y="0"/>
                    </a:moveTo>
                    <a:lnTo>
                      <a:pt x="790192" y="0"/>
                    </a:lnTo>
                    <a:lnTo>
                      <a:pt x="790192" y="745763"/>
                    </a:lnTo>
                    <a:lnTo>
                      <a:pt x="0" y="745763"/>
                    </a:lnTo>
                    <a:close/>
                  </a:path>
                </a:pathLst>
              </a:custGeom>
              <a:solidFill>
                <a:srgbClr val="5C82AC"/>
              </a:solidFill>
              <a:ln>
                <a:noFill/>
              </a:ln>
            </p:spPr>
          </p:sp>
          <p:sp>
            <p:nvSpPr>
              <p:cNvPr id="199" name="Google Shape;199;p7"/>
              <p:cNvSpPr txBox="1"/>
              <p:nvPr/>
            </p:nvSpPr>
            <p:spPr>
              <a:xfrm>
                <a:off x="0" y="0"/>
                <a:ext cx="790192" cy="745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7"/>
            <p:cNvGrpSpPr/>
            <p:nvPr/>
          </p:nvGrpSpPr>
          <p:grpSpPr>
            <a:xfrm>
              <a:off x="0" y="377777"/>
              <a:ext cx="3441562" cy="2874072"/>
              <a:chOff x="0" y="0"/>
              <a:chExt cx="790222" cy="659920"/>
            </a:xfrm>
          </p:grpSpPr>
          <p:sp>
            <p:nvSpPr>
              <p:cNvPr id="201" name="Google Shape;201;p7"/>
              <p:cNvSpPr/>
              <p:nvPr/>
            </p:nvSpPr>
            <p:spPr>
              <a:xfrm>
                <a:off x="0" y="0"/>
                <a:ext cx="790222" cy="659920"/>
              </a:xfrm>
              <a:custGeom>
                <a:rect b="b" l="l" r="r" t="t"/>
                <a:pathLst>
                  <a:path extrusionOk="0" h="659920" w="790222">
                    <a:moveTo>
                      <a:pt x="0" y="0"/>
                    </a:moveTo>
                    <a:lnTo>
                      <a:pt x="790222" y="0"/>
                    </a:lnTo>
                    <a:lnTo>
                      <a:pt x="790222" y="659920"/>
                    </a:lnTo>
                    <a:lnTo>
                      <a:pt x="0" y="65992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202" name="Google Shape;202;p7"/>
              <p:cNvSpPr txBox="1"/>
              <p:nvPr/>
            </p:nvSpPr>
            <p:spPr>
              <a:xfrm>
                <a:off x="0" y="0"/>
                <a:ext cx="790222" cy="659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3" name="Google Shape;203;p7"/>
            <p:cNvSpPr txBox="1"/>
            <p:nvPr/>
          </p:nvSpPr>
          <p:spPr>
            <a:xfrm>
              <a:off x="283682" y="1822003"/>
              <a:ext cx="673329" cy="266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67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estado</a:t>
              </a:r>
              <a:endParaRPr/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283682" y="1415094"/>
              <a:ext cx="1249939" cy="266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67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razon_social</a:t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283682" y="1022724"/>
              <a:ext cx="1294647" cy="266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67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rut_empresa</a:t>
              </a:r>
              <a:endParaRPr/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467355" y="615836"/>
              <a:ext cx="1253426" cy="266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67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id_empresa</a:t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1232815" y="78310"/>
              <a:ext cx="976064" cy="266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67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empresa</a:t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283682" y="626583"/>
              <a:ext cx="187422" cy="278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67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🔑</a:t>
              </a:r>
              <a:endParaRPr/>
            </a:p>
          </p:txBody>
        </p:sp>
      </p:grpSp>
      <p:sp>
        <p:nvSpPr>
          <p:cNvPr id="209" name="Google Shape;209;p7"/>
          <p:cNvSpPr txBox="1"/>
          <p:nvPr/>
        </p:nvSpPr>
        <p:spPr>
          <a:xfrm>
            <a:off x="14782692" y="6915769"/>
            <a:ext cx="125898" cy="160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3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3892838" y="4584635"/>
            <a:ext cx="156126" cy="20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4354864" y="4584635"/>
            <a:ext cx="156172" cy="20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/>
          </a:p>
        </p:txBody>
      </p:sp>
      <p:grpSp>
        <p:nvGrpSpPr>
          <p:cNvPr id="212" name="Google Shape;212;p7"/>
          <p:cNvGrpSpPr/>
          <p:nvPr/>
        </p:nvGrpSpPr>
        <p:grpSpPr>
          <a:xfrm>
            <a:off x="4636590" y="6426553"/>
            <a:ext cx="2677813" cy="2530201"/>
            <a:chOff x="0" y="0"/>
            <a:chExt cx="3570418" cy="3373602"/>
          </a:xfrm>
        </p:grpSpPr>
        <p:grpSp>
          <p:nvGrpSpPr>
            <p:cNvPr id="213" name="Google Shape;213;p7"/>
            <p:cNvGrpSpPr/>
            <p:nvPr/>
          </p:nvGrpSpPr>
          <p:grpSpPr>
            <a:xfrm>
              <a:off x="137" y="0"/>
              <a:ext cx="3570281" cy="3369540"/>
              <a:chOff x="0" y="0"/>
              <a:chExt cx="790192" cy="745763"/>
            </a:xfrm>
          </p:grpSpPr>
          <p:sp>
            <p:nvSpPr>
              <p:cNvPr id="214" name="Google Shape;214;p7"/>
              <p:cNvSpPr/>
              <p:nvPr/>
            </p:nvSpPr>
            <p:spPr>
              <a:xfrm>
                <a:off x="0" y="0"/>
                <a:ext cx="790192" cy="745763"/>
              </a:xfrm>
              <a:custGeom>
                <a:rect b="b" l="l" r="r" t="t"/>
                <a:pathLst>
                  <a:path extrusionOk="0" h="745763" w="790192">
                    <a:moveTo>
                      <a:pt x="0" y="0"/>
                    </a:moveTo>
                    <a:lnTo>
                      <a:pt x="790192" y="0"/>
                    </a:lnTo>
                    <a:lnTo>
                      <a:pt x="790192" y="745763"/>
                    </a:lnTo>
                    <a:lnTo>
                      <a:pt x="0" y="745763"/>
                    </a:lnTo>
                    <a:close/>
                  </a:path>
                </a:pathLst>
              </a:custGeom>
              <a:solidFill>
                <a:srgbClr val="5C82AC"/>
              </a:solidFill>
              <a:ln>
                <a:noFill/>
              </a:ln>
            </p:spPr>
          </p:sp>
          <p:sp>
            <p:nvSpPr>
              <p:cNvPr id="215" name="Google Shape;215;p7"/>
              <p:cNvSpPr txBox="1"/>
              <p:nvPr/>
            </p:nvSpPr>
            <p:spPr>
              <a:xfrm>
                <a:off x="0" y="0"/>
                <a:ext cx="790192" cy="745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7"/>
            <p:cNvGrpSpPr/>
            <p:nvPr/>
          </p:nvGrpSpPr>
          <p:grpSpPr>
            <a:xfrm>
              <a:off x="0" y="391921"/>
              <a:ext cx="3570418" cy="2981681"/>
              <a:chOff x="0" y="0"/>
              <a:chExt cx="790222" cy="659920"/>
            </a:xfrm>
          </p:grpSpPr>
          <p:sp>
            <p:nvSpPr>
              <p:cNvPr id="217" name="Google Shape;217;p7"/>
              <p:cNvSpPr/>
              <p:nvPr/>
            </p:nvSpPr>
            <p:spPr>
              <a:xfrm>
                <a:off x="0" y="0"/>
                <a:ext cx="790222" cy="659920"/>
              </a:xfrm>
              <a:custGeom>
                <a:rect b="b" l="l" r="r" t="t"/>
                <a:pathLst>
                  <a:path extrusionOk="0" h="659920" w="790222">
                    <a:moveTo>
                      <a:pt x="0" y="0"/>
                    </a:moveTo>
                    <a:lnTo>
                      <a:pt x="790222" y="0"/>
                    </a:lnTo>
                    <a:lnTo>
                      <a:pt x="790222" y="659920"/>
                    </a:lnTo>
                    <a:lnTo>
                      <a:pt x="0" y="65992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218" name="Google Shape;218;p7"/>
              <p:cNvSpPr txBox="1"/>
              <p:nvPr/>
            </p:nvSpPr>
            <p:spPr>
              <a:xfrm>
                <a:off x="0" y="0"/>
                <a:ext cx="790222" cy="659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9" name="Google Shape;219;p7"/>
            <p:cNvSpPr txBox="1"/>
            <p:nvPr/>
          </p:nvSpPr>
          <p:spPr>
            <a:xfrm>
              <a:off x="270502" y="1494746"/>
              <a:ext cx="1184592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creado_por</a:t>
              </a:r>
              <a:endParaRPr/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477832" y="1087685"/>
              <a:ext cx="1300356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id_empresa</a:t>
              </a:r>
              <a:endParaRPr/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461029" y="680624"/>
              <a:ext cx="1367815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id_notebook</a:t>
              </a:r>
              <a:endParaRPr/>
            </a:p>
          </p:txBody>
        </p:sp>
        <p:sp>
          <p:nvSpPr>
            <p:cNvPr id="222" name="Google Shape;222;p7"/>
            <p:cNvSpPr txBox="1"/>
            <p:nvPr/>
          </p:nvSpPr>
          <p:spPr>
            <a:xfrm>
              <a:off x="1058007" y="107912"/>
              <a:ext cx="1099992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10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notebook</a:t>
              </a:r>
              <a:endParaRPr/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270502" y="1916868"/>
              <a:ext cx="2223276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nombre / descripcion</a:t>
              </a:r>
              <a:endParaRPr/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270502" y="2323929"/>
              <a:ext cx="2315453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icono / paleta_colores</a:t>
              </a:r>
              <a:endParaRPr/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270502" y="682605"/>
              <a:ext cx="194439" cy="287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🔑</a:t>
              </a:r>
              <a:endParaRPr/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270502" y="1089666"/>
              <a:ext cx="211581" cy="287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🔗</a:t>
              </a:r>
              <a:endParaRPr/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4602300" y="3189526"/>
            <a:ext cx="2677813" cy="2530201"/>
            <a:chOff x="0" y="0"/>
            <a:chExt cx="3570418" cy="3373602"/>
          </a:xfrm>
        </p:grpSpPr>
        <p:grpSp>
          <p:nvGrpSpPr>
            <p:cNvPr id="228" name="Google Shape;228;p7"/>
            <p:cNvGrpSpPr/>
            <p:nvPr/>
          </p:nvGrpSpPr>
          <p:grpSpPr>
            <a:xfrm>
              <a:off x="137" y="0"/>
              <a:ext cx="3570281" cy="3369540"/>
              <a:chOff x="0" y="0"/>
              <a:chExt cx="790192" cy="745763"/>
            </a:xfrm>
          </p:grpSpPr>
          <p:sp>
            <p:nvSpPr>
              <p:cNvPr id="229" name="Google Shape;229;p7"/>
              <p:cNvSpPr/>
              <p:nvPr/>
            </p:nvSpPr>
            <p:spPr>
              <a:xfrm>
                <a:off x="0" y="0"/>
                <a:ext cx="790192" cy="745763"/>
              </a:xfrm>
              <a:custGeom>
                <a:rect b="b" l="l" r="r" t="t"/>
                <a:pathLst>
                  <a:path extrusionOk="0" h="745763" w="790192">
                    <a:moveTo>
                      <a:pt x="0" y="0"/>
                    </a:moveTo>
                    <a:lnTo>
                      <a:pt x="790192" y="0"/>
                    </a:lnTo>
                    <a:lnTo>
                      <a:pt x="790192" y="745763"/>
                    </a:lnTo>
                    <a:lnTo>
                      <a:pt x="0" y="745763"/>
                    </a:lnTo>
                    <a:close/>
                  </a:path>
                </a:pathLst>
              </a:custGeom>
              <a:solidFill>
                <a:srgbClr val="5C82AC"/>
              </a:solidFill>
              <a:ln>
                <a:noFill/>
              </a:ln>
            </p:spPr>
          </p:sp>
          <p:sp>
            <p:nvSpPr>
              <p:cNvPr id="230" name="Google Shape;230;p7"/>
              <p:cNvSpPr txBox="1"/>
              <p:nvPr/>
            </p:nvSpPr>
            <p:spPr>
              <a:xfrm>
                <a:off x="0" y="0"/>
                <a:ext cx="790192" cy="745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7"/>
            <p:cNvGrpSpPr/>
            <p:nvPr/>
          </p:nvGrpSpPr>
          <p:grpSpPr>
            <a:xfrm>
              <a:off x="0" y="391921"/>
              <a:ext cx="3570418" cy="2981681"/>
              <a:chOff x="0" y="0"/>
              <a:chExt cx="790222" cy="659920"/>
            </a:xfrm>
          </p:grpSpPr>
          <p:sp>
            <p:nvSpPr>
              <p:cNvPr id="232" name="Google Shape;232;p7"/>
              <p:cNvSpPr/>
              <p:nvPr/>
            </p:nvSpPr>
            <p:spPr>
              <a:xfrm>
                <a:off x="0" y="0"/>
                <a:ext cx="790222" cy="659920"/>
              </a:xfrm>
              <a:custGeom>
                <a:rect b="b" l="l" r="r" t="t"/>
                <a:pathLst>
                  <a:path extrusionOk="0" h="659920" w="790222">
                    <a:moveTo>
                      <a:pt x="0" y="0"/>
                    </a:moveTo>
                    <a:lnTo>
                      <a:pt x="790222" y="0"/>
                    </a:lnTo>
                    <a:lnTo>
                      <a:pt x="790222" y="659920"/>
                    </a:lnTo>
                    <a:lnTo>
                      <a:pt x="0" y="65992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233" name="Google Shape;233;p7"/>
              <p:cNvSpPr txBox="1"/>
              <p:nvPr/>
            </p:nvSpPr>
            <p:spPr>
              <a:xfrm>
                <a:off x="0" y="0"/>
                <a:ext cx="790222" cy="659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7"/>
            <p:cNvSpPr txBox="1"/>
            <p:nvPr/>
          </p:nvSpPr>
          <p:spPr>
            <a:xfrm>
              <a:off x="350824" y="1520657"/>
              <a:ext cx="1209310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rut_usuario</a:t>
              </a:r>
              <a:endParaRPr/>
            </a:p>
          </p:txBody>
        </p:sp>
        <p:sp>
          <p:nvSpPr>
            <p:cNvPr id="235" name="Google Shape;235;p7"/>
            <p:cNvSpPr txBox="1"/>
            <p:nvPr/>
          </p:nvSpPr>
          <p:spPr>
            <a:xfrm>
              <a:off x="541373" y="691452"/>
              <a:ext cx="1166523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id_usuario</a:t>
              </a:r>
              <a:endParaRPr/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558176" y="1098513"/>
              <a:ext cx="1300356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id_empresa</a:t>
              </a:r>
              <a:endParaRPr/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1267683" y="56561"/>
              <a:ext cx="880427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10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usuario</a:t>
              </a: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350824" y="1927718"/>
              <a:ext cx="1857961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nombre / apellido</a:t>
              </a:r>
              <a:endParaRPr/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350824" y="2334779"/>
              <a:ext cx="2121420" cy="265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correo / rol / estado</a:t>
              </a:r>
              <a:endParaRPr/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350824" y="693433"/>
              <a:ext cx="194439" cy="287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🔑</a:t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350824" y="1100494"/>
              <a:ext cx="211581" cy="287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10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🔗</a:t>
              </a: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8264782" y="6406856"/>
            <a:ext cx="2719505" cy="2569595"/>
            <a:chOff x="0" y="0"/>
            <a:chExt cx="3626007" cy="3426126"/>
          </a:xfrm>
        </p:grpSpPr>
        <p:grpSp>
          <p:nvGrpSpPr>
            <p:cNvPr id="243" name="Google Shape;243;p7"/>
            <p:cNvGrpSpPr/>
            <p:nvPr/>
          </p:nvGrpSpPr>
          <p:grpSpPr>
            <a:xfrm>
              <a:off x="139" y="0"/>
              <a:ext cx="3625867" cy="3422001"/>
              <a:chOff x="0" y="0"/>
              <a:chExt cx="790192" cy="745763"/>
            </a:xfrm>
          </p:grpSpPr>
          <p:sp>
            <p:nvSpPr>
              <p:cNvPr id="244" name="Google Shape;244;p7"/>
              <p:cNvSpPr/>
              <p:nvPr/>
            </p:nvSpPr>
            <p:spPr>
              <a:xfrm>
                <a:off x="0" y="0"/>
                <a:ext cx="790192" cy="745763"/>
              </a:xfrm>
              <a:custGeom>
                <a:rect b="b" l="l" r="r" t="t"/>
                <a:pathLst>
                  <a:path extrusionOk="0" h="745763" w="790192">
                    <a:moveTo>
                      <a:pt x="0" y="0"/>
                    </a:moveTo>
                    <a:lnTo>
                      <a:pt x="790192" y="0"/>
                    </a:lnTo>
                    <a:lnTo>
                      <a:pt x="790192" y="745763"/>
                    </a:lnTo>
                    <a:lnTo>
                      <a:pt x="0" y="745763"/>
                    </a:lnTo>
                    <a:close/>
                  </a:path>
                </a:pathLst>
              </a:custGeom>
              <a:solidFill>
                <a:srgbClr val="5C82AC"/>
              </a:solidFill>
              <a:ln>
                <a:noFill/>
              </a:ln>
            </p:spPr>
          </p:sp>
          <p:sp>
            <p:nvSpPr>
              <p:cNvPr id="245" name="Google Shape;245;p7"/>
              <p:cNvSpPr txBox="1"/>
              <p:nvPr/>
            </p:nvSpPr>
            <p:spPr>
              <a:xfrm>
                <a:off x="0" y="0"/>
                <a:ext cx="790192" cy="745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7"/>
            <p:cNvGrpSpPr/>
            <p:nvPr/>
          </p:nvGrpSpPr>
          <p:grpSpPr>
            <a:xfrm>
              <a:off x="0" y="398023"/>
              <a:ext cx="3626007" cy="3028103"/>
              <a:chOff x="0" y="0"/>
              <a:chExt cx="790222" cy="659920"/>
            </a:xfrm>
          </p:grpSpPr>
          <p:sp>
            <p:nvSpPr>
              <p:cNvPr id="247" name="Google Shape;247;p7"/>
              <p:cNvSpPr/>
              <p:nvPr/>
            </p:nvSpPr>
            <p:spPr>
              <a:xfrm>
                <a:off x="0" y="0"/>
                <a:ext cx="790222" cy="659920"/>
              </a:xfrm>
              <a:custGeom>
                <a:rect b="b" l="l" r="r" t="t"/>
                <a:pathLst>
                  <a:path extrusionOk="0" h="659920" w="790222">
                    <a:moveTo>
                      <a:pt x="0" y="0"/>
                    </a:moveTo>
                    <a:lnTo>
                      <a:pt x="790222" y="0"/>
                    </a:lnTo>
                    <a:lnTo>
                      <a:pt x="790222" y="659920"/>
                    </a:lnTo>
                    <a:lnTo>
                      <a:pt x="0" y="65992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248" name="Google Shape;248;p7"/>
              <p:cNvSpPr txBox="1"/>
              <p:nvPr/>
            </p:nvSpPr>
            <p:spPr>
              <a:xfrm>
                <a:off x="0" y="0"/>
                <a:ext cx="790222" cy="659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" name="Google Shape;249;p7"/>
            <p:cNvSpPr txBox="1"/>
            <p:nvPr/>
          </p:nvSpPr>
          <p:spPr>
            <a:xfrm>
              <a:off x="521999" y="599555"/>
              <a:ext cx="797423" cy="279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id_lote</a:t>
              </a:r>
              <a:endParaRPr/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328483" y="1747885"/>
              <a:ext cx="1203036" cy="279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creado_por</a:t>
              </a:r>
              <a:endParaRPr/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539063" y="1028250"/>
              <a:ext cx="1491611" cy="279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id_empresa /</a:t>
              </a:r>
              <a:endParaRPr/>
            </a:p>
          </p:txBody>
        </p:sp>
        <p:sp>
          <p:nvSpPr>
            <p:cNvPr id="252" name="Google Shape;252;p7"/>
            <p:cNvSpPr txBox="1"/>
            <p:nvPr/>
          </p:nvSpPr>
          <p:spPr>
            <a:xfrm>
              <a:off x="328483" y="1334486"/>
              <a:ext cx="1314470" cy="279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id_notebook</a:t>
              </a:r>
              <a:endParaRPr/>
            </a:p>
          </p:txBody>
        </p:sp>
        <p:sp>
          <p:nvSpPr>
            <p:cNvPr id="253" name="Google Shape;253;p7"/>
            <p:cNvSpPr txBox="1"/>
            <p:nvPr/>
          </p:nvSpPr>
          <p:spPr>
            <a:xfrm>
              <a:off x="328483" y="2176579"/>
              <a:ext cx="2337906" cy="279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cantidad_documentos</a:t>
              </a:r>
              <a:endParaRPr/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328483" y="2580452"/>
              <a:ext cx="2411101" cy="594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cantidad_procesados / cantidad_errores</a:t>
              </a:r>
              <a:endParaRPr/>
            </a:p>
          </p:txBody>
        </p:sp>
        <p:sp>
          <p:nvSpPr>
            <p:cNvPr id="255" name="Google Shape;255;p7"/>
            <p:cNvSpPr txBox="1"/>
            <p:nvPr/>
          </p:nvSpPr>
          <p:spPr>
            <a:xfrm>
              <a:off x="512950" y="33245"/>
              <a:ext cx="2372242" cy="279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29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lote_procesamiento</a:t>
              </a:r>
              <a:endParaRPr/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328483" y="611389"/>
              <a:ext cx="197467" cy="2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🔑</a:t>
              </a:r>
              <a:endParaRPr/>
            </a:p>
          </p:txBody>
        </p:sp>
        <p:sp>
          <p:nvSpPr>
            <p:cNvPr id="257" name="Google Shape;257;p7"/>
            <p:cNvSpPr txBox="1"/>
            <p:nvPr/>
          </p:nvSpPr>
          <p:spPr>
            <a:xfrm>
              <a:off x="328483" y="1040084"/>
              <a:ext cx="214875" cy="2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29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🔗</a:t>
              </a:r>
              <a:endParaRPr/>
            </a:p>
          </p:txBody>
        </p:sp>
      </p:grpSp>
      <p:grpSp>
        <p:nvGrpSpPr>
          <p:cNvPr id="258" name="Google Shape;258;p7"/>
          <p:cNvGrpSpPr/>
          <p:nvPr/>
        </p:nvGrpSpPr>
        <p:grpSpPr>
          <a:xfrm>
            <a:off x="12187841" y="6472273"/>
            <a:ext cx="2764998" cy="2612580"/>
            <a:chOff x="0" y="0"/>
            <a:chExt cx="3686664" cy="3483440"/>
          </a:xfrm>
        </p:grpSpPr>
        <p:grpSp>
          <p:nvGrpSpPr>
            <p:cNvPr id="259" name="Google Shape;259;p7"/>
            <p:cNvGrpSpPr/>
            <p:nvPr/>
          </p:nvGrpSpPr>
          <p:grpSpPr>
            <a:xfrm>
              <a:off x="141" y="0"/>
              <a:ext cx="3686522" cy="3479246"/>
              <a:chOff x="0" y="0"/>
              <a:chExt cx="790192" cy="745763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790192" cy="745763"/>
              </a:xfrm>
              <a:custGeom>
                <a:rect b="b" l="l" r="r" t="t"/>
                <a:pathLst>
                  <a:path extrusionOk="0" h="745763" w="790192">
                    <a:moveTo>
                      <a:pt x="0" y="0"/>
                    </a:moveTo>
                    <a:lnTo>
                      <a:pt x="790192" y="0"/>
                    </a:lnTo>
                    <a:lnTo>
                      <a:pt x="790192" y="745763"/>
                    </a:lnTo>
                    <a:lnTo>
                      <a:pt x="0" y="745763"/>
                    </a:lnTo>
                    <a:close/>
                  </a:path>
                </a:pathLst>
              </a:custGeom>
              <a:solidFill>
                <a:srgbClr val="5C82AC"/>
              </a:solidFill>
              <a:ln>
                <a:noFill/>
              </a:ln>
            </p:spPr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0"/>
                <a:ext cx="790192" cy="745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>
              <a:off x="0" y="404681"/>
              <a:ext cx="3686664" cy="3078759"/>
              <a:chOff x="0" y="0"/>
              <a:chExt cx="790222" cy="65992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790222" cy="659920"/>
              </a:xfrm>
              <a:custGeom>
                <a:rect b="b" l="l" r="r" t="t"/>
                <a:pathLst>
                  <a:path extrusionOk="0" h="659920" w="790222">
                    <a:moveTo>
                      <a:pt x="0" y="0"/>
                    </a:moveTo>
                    <a:lnTo>
                      <a:pt x="790222" y="0"/>
                    </a:lnTo>
                    <a:lnTo>
                      <a:pt x="790222" y="659920"/>
                    </a:lnTo>
                    <a:lnTo>
                      <a:pt x="0" y="65992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0"/>
                <a:ext cx="790222" cy="659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825" lIns="36825" spcFirstLastPara="1" rIns="36825" wrap="square" tIns="36825">
                <a:noAutofit/>
              </a:bodyPr>
              <a:lstStyle/>
              <a:p>
                <a:pPr indent="0" lvl="0" marL="0" marR="0" rtl="0" algn="ctr">
                  <a:lnSpc>
                    <a:spcPct val="160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5" name="Google Shape;265;p7"/>
            <p:cNvSpPr txBox="1"/>
            <p:nvPr/>
          </p:nvSpPr>
          <p:spPr>
            <a:xfrm>
              <a:off x="353856" y="2706239"/>
              <a:ext cx="721282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estado</a:t>
              </a:r>
              <a:endParaRPr/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353856" y="1850059"/>
              <a:ext cx="1358688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cargado_por</a:t>
              </a:r>
              <a:endParaRPr/>
            </a:p>
          </p:txBody>
        </p:sp>
        <p:sp>
          <p:nvSpPr>
            <p:cNvPr id="267" name="Google Shape;267;p7"/>
            <p:cNvSpPr txBox="1"/>
            <p:nvPr/>
          </p:nvSpPr>
          <p:spPr>
            <a:xfrm>
              <a:off x="353856" y="2285925"/>
              <a:ext cx="1417626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posicion_lote</a:t>
              </a:r>
              <a:endParaRPr/>
            </a:p>
          </p:txBody>
        </p:sp>
        <p:sp>
          <p:nvSpPr>
            <p:cNvPr id="268" name="Google Shape;268;p7"/>
            <p:cNvSpPr txBox="1"/>
            <p:nvPr/>
          </p:nvSpPr>
          <p:spPr>
            <a:xfrm>
              <a:off x="550586" y="682520"/>
              <a:ext cx="1612605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id_documento</a:t>
              </a:r>
              <a:endParaRPr/>
            </a:p>
          </p:txBody>
        </p:sp>
        <p:sp>
          <p:nvSpPr>
            <p:cNvPr id="269" name="Google Shape;269;p7"/>
            <p:cNvSpPr txBox="1"/>
            <p:nvPr/>
          </p:nvSpPr>
          <p:spPr>
            <a:xfrm>
              <a:off x="1060941" y="106737"/>
              <a:ext cx="1351963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documento</a:t>
              </a:r>
              <a:endParaRPr/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567936" y="1118386"/>
              <a:ext cx="1516563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 id_empresa /</a:t>
              </a:r>
              <a:endParaRPr/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53856" y="1429745"/>
              <a:ext cx="2321067" cy="283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Verdana"/>
                  <a:ea typeface="Verdana"/>
                  <a:cs typeface="Verdana"/>
                  <a:sym typeface="Verdana"/>
                </a:rPr>
                <a:t>id_notebook / id_lote</a:t>
              </a:r>
              <a:endParaRPr/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353856" y="694712"/>
              <a:ext cx="200770" cy="295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🔑</a:t>
              </a:r>
              <a:endParaRPr/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353856" y="1130577"/>
              <a:ext cx="218470" cy="295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50" u="none" cap="none" strike="noStrike">
                  <a:solidFill>
                    <a:srgbClr val="050505"/>
                  </a:solidFill>
                  <a:latin typeface="Arimo"/>
                  <a:ea typeface="Arimo"/>
                  <a:cs typeface="Arimo"/>
                  <a:sym typeface="Arimo"/>
                </a:rPr>
                <a:t>🔗</a:t>
              </a:r>
              <a:endParaRPr/>
            </a:p>
          </p:txBody>
        </p:sp>
      </p:grpSp>
      <p:sp>
        <p:nvSpPr>
          <p:cNvPr id="274" name="Google Shape;274;p7"/>
          <p:cNvSpPr txBox="1"/>
          <p:nvPr/>
        </p:nvSpPr>
        <p:spPr>
          <a:xfrm>
            <a:off x="7451378" y="7560553"/>
            <a:ext cx="205426" cy="192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8059296" y="7560553"/>
            <a:ext cx="205486" cy="1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11184312" y="7594056"/>
            <a:ext cx="242726" cy="192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1902613" y="7594056"/>
            <a:ext cx="242797" cy="1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 rot="-5442605">
            <a:off x="5657688" y="6228239"/>
            <a:ext cx="176615" cy="21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 rot="-5442605">
            <a:off x="5657435" y="5699267"/>
            <a:ext cx="176666" cy="22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5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/>
          </a:p>
        </p:txBody>
      </p:sp>
      <p:cxnSp>
        <p:nvCxnSpPr>
          <p:cNvPr id="280" name="Google Shape;280;p7"/>
          <p:cNvCxnSpPr/>
          <p:nvPr/>
        </p:nvCxnSpPr>
        <p:spPr>
          <a:xfrm>
            <a:off x="4099171" y="4719818"/>
            <a:ext cx="205486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7"/>
          <p:cNvCxnSpPr/>
          <p:nvPr/>
        </p:nvCxnSpPr>
        <p:spPr>
          <a:xfrm>
            <a:off x="7686849" y="7671161"/>
            <a:ext cx="205486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7"/>
          <p:cNvCxnSpPr/>
          <p:nvPr/>
        </p:nvCxnSpPr>
        <p:spPr>
          <a:xfrm>
            <a:off x="11483321" y="7723713"/>
            <a:ext cx="205486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7"/>
          <p:cNvCxnSpPr/>
          <p:nvPr/>
        </p:nvCxnSpPr>
        <p:spPr>
          <a:xfrm rot="10800000">
            <a:off x="5757898" y="5971122"/>
            <a:ext cx="4766" cy="20543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289" name="Google Shape;289;p8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290" name="Google Shape;290;p8"/>
          <p:cNvSpPr/>
          <p:nvPr/>
        </p:nvSpPr>
        <p:spPr>
          <a:xfrm>
            <a:off x="393088" y="2268142"/>
            <a:ext cx="2969289" cy="6296135"/>
          </a:xfrm>
          <a:custGeom>
            <a:rect b="b" l="l" r="r" t="t"/>
            <a:pathLst>
              <a:path extrusionOk="0" h="8394847" w="3959051">
                <a:moveTo>
                  <a:pt x="0" y="0"/>
                </a:moveTo>
                <a:lnTo>
                  <a:pt x="3959051" y="0"/>
                </a:lnTo>
                <a:lnTo>
                  <a:pt x="3959051" y="8394847"/>
                </a:lnTo>
                <a:lnTo>
                  <a:pt x="0" y="8394847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91" name="Google Shape;291;p8"/>
          <p:cNvSpPr/>
          <p:nvPr/>
        </p:nvSpPr>
        <p:spPr>
          <a:xfrm>
            <a:off x="397429" y="2273106"/>
            <a:ext cx="2964952" cy="527489"/>
          </a:xfrm>
          <a:custGeom>
            <a:rect b="b" l="l" r="r" t="t"/>
            <a:pathLst>
              <a:path extrusionOk="0" h="703318" w="3953270">
                <a:moveTo>
                  <a:pt x="0" y="0"/>
                </a:moveTo>
                <a:lnTo>
                  <a:pt x="3953270" y="0"/>
                </a:lnTo>
                <a:lnTo>
                  <a:pt x="3953270" y="703318"/>
                </a:lnTo>
                <a:lnTo>
                  <a:pt x="0" y="703318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292" name="Google Shape;292;p8"/>
          <p:cNvGrpSpPr/>
          <p:nvPr/>
        </p:nvGrpSpPr>
        <p:grpSpPr>
          <a:xfrm>
            <a:off x="397429" y="2306073"/>
            <a:ext cx="2964958" cy="428610"/>
            <a:chOff x="0" y="0"/>
            <a:chExt cx="3953278" cy="571480"/>
          </a:xfrm>
        </p:grpSpPr>
        <p:sp>
          <p:nvSpPr>
            <p:cNvPr id="293" name="Google Shape;293;p8"/>
            <p:cNvSpPr/>
            <p:nvPr/>
          </p:nvSpPr>
          <p:spPr>
            <a:xfrm>
              <a:off x="0" y="0"/>
              <a:ext cx="3953277" cy="571479"/>
            </a:xfrm>
            <a:custGeom>
              <a:rect b="b" l="l" r="r" t="t"/>
              <a:pathLst>
                <a:path extrusionOk="0" h="571479" w="3953277">
                  <a:moveTo>
                    <a:pt x="0" y="0"/>
                  </a:moveTo>
                  <a:lnTo>
                    <a:pt x="3953277" y="0"/>
                  </a:lnTo>
                  <a:lnTo>
                    <a:pt x="3953277" y="571479"/>
                  </a:lnTo>
                  <a:lnTo>
                    <a:pt x="0" y="57147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4605" l="0" r="-64815" t="-159701"/>
              </a:stretch>
            </a:blipFill>
            <a:ln>
              <a:noFill/>
            </a:ln>
          </p:spPr>
        </p:sp>
        <p:sp>
          <p:nvSpPr>
            <p:cNvPr id="294" name="Google Shape;294;p8"/>
            <p:cNvSpPr txBox="1"/>
            <p:nvPr/>
          </p:nvSpPr>
          <p:spPr>
            <a:xfrm>
              <a:off x="0" y="0"/>
              <a:ext cx="3953278" cy="57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USUARIO</a:t>
              </a:r>
              <a:endParaRPr/>
            </a:p>
          </p:txBody>
        </p:sp>
      </p:grpSp>
      <p:sp>
        <p:nvSpPr>
          <p:cNvPr id="295" name="Google Shape;295;p8"/>
          <p:cNvSpPr/>
          <p:nvPr/>
        </p:nvSpPr>
        <p:spPr>
          <a:xfrm>
            <a:off x="3367100" y="2268142"/>
            <a:ext cx="3021241" cy="520417"/>
          </a:xfrm>
          <a:custGeom>
            <a:rect b="b" l="l" r="r" t="t"/>
            <a:pathLst>
              <a:path extrusionOk="0" h="693889" w="4028321">
                <a:moveTo>
                  <a:pt x="0" y="0"/>
                </a:moveTo>
                <a:lnTo>
                  <a:pt x="4028321" y="0"/>
                </a:lnTo>
                <a:lnTo>
                  <a:pt x="4028321" y="693889"/>
                </a:lnTo>
                <a:lnTo>
                  <a:pt x="0" y="693889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296" name="Google Shape;296;p8"/>
          <p:cNvGrpSpPr/>
          <p:nvPr/>
        </p:nvGrpSpPr>
        <p:grpSpPr>
          <a:xfrm>
            <a:off x="3375962" y="2306073"/>
            <a:ext cx="2690807" cy="428610"/>
            <a:chOff x="0" y="0"/>
            <a:chExt cx="3587743" cy="571480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3587743" cy="571479"/>
            </a:xfrm>
            <a:custGeom>
              <a:rect b="b" l="l" r="r" t="t"/>
              <a:pathLst>
                <a:path extrusionOk="0" h="571479" w="3587743">
                  <a:moveTo>
                    <a:pt x="0" y="0"/>
                  </a:moveTo>
                  <a:lnTo>
                    <a:pt x="3587743" y="0"/>
                  </a:lnTo>
                  <a:lnTo>
                    <a:pt x="3587743" y="571479"/>
                  </a:lnTo>
                  <a:lnTo>
                    <a:pt x="0" y="57147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389" l="0" r="-128029" t="-216491"/>
              </a:stretch>
            </a:blip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0"/>
              <a:ext cx="3587740" cy="57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SISTEMA</a:t>
              </a:r>
              <a:endParaRPr/>
            </a:p>
          </p:txBody>
        </p:sp>
      </p:grpSp>
      <p:sp>
        <p:nvSpPr>
          <p:cNvPr id="299" name="Google Shape;299;p8"/>
          <p:cNvSpPr/>
          <p:nvPr/>
        </p:nvSpPr>
        <p:spPr>
          <a:xfrm>
            <a:off x="6383652" y="2268142"/>
            <a:ext cx="2222457" cy="6296135"/>
          </a:xfrm>
          <a:custGeom>
            <a:rect b="b" l="l" r="r" t="t"/>
            <a:pathLst>
              <a:path extrusionOk="0" h="8394847" w="2963277">
                <a:moveTo>
                  <a:pt x="0" y="0"/>
                </a:moveTo>
                <a:lnTo>
                  <a:pt x="2963277" y="0"/>
                </a:lnTo>
                <a:lnTo>
                  <a:pt x="2963277" y="8394847"/>
                </a:lnTo>
                <a:lnTo>
                  <a:pt x="0" y="8394847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00" name="Google Shape;300;p8"/>
          <p:cNvSpPr/>
          <p:nvPr/>
        </p:nvSpPr>
        <p:spPr>
          <a:xfrm>
            <a:off x="6387994" y="2273106"/>
            <a:ext cx="2218055" cy="527489"/>
          </a:xfrm>
          <a:custGeom>
            <a:rect b="b" l="l" r="r" t="t"/>
            <a:pathLst>
              <a:path extrusionOk="0" h="703318" w="2957406">
                <a:moveTo>
                  <a:pt x="0" y="0"/>
                </a:moveTo>
                <a:lnTo>
                  <a:pt x="2957406" y="0"/>
                </a:lnTo>
                <a:lnTo>
                  <a:pt x="2957406" y="703318"/>
                </a:lnTo>
                <a:lnTo>
                  <a:pt x="0" y="703318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301" name="Google Shape;301;p8"/>
          <p:cNvGrpSpPr/>
          <p:nvPr/>
        </p:nvGrpSpPr>
        <p:grpSpPr>
          <a:xfrm>
            <a:off x="6541362" y="2306073"/>
            <a:ext cx="2064703" cy="535694"/>
            <a:chOff x="0" y="0"/>
            <a:chExt cx="2752936" cy="714258"/>
          </a:xfrm>
        </p:grpSpPr>
        <p:sp>
          <p:nvSpPr>
            <p:cNvPr id="302" name="Google Shape;302;p8"/>
            <p:cNvSpPr/>
            <p:nvPr/>
          </p:nvSpPr>
          <p:spPr>
            <a:xfrm>
              <a:off x="0" y="0"/>
              <a:ext cx="2752936" cy="714257"/>
            </a:xfrm>
            <a:custGeom>
              <a:rect b="b" l="l" r="r" t="t"/>
              <a:pathLst>
                <a:path extrusionOk="0" h="714257" w="2752936">
                  <a:moveTo>
                    <a:pt x="0" y="0"/>
                  </a:moveTo>
                  <a:lnTo>
                    <a:pt x="2752936" y="0"/>
                  </a:lnTo>
                  <a:lnTo>
                    <a:pt x="2752936" y="714257"/>
                  </a:lnTo>
                  <a:lnTo>
                    <a:pt x="0" y="7142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4661" l="0" r="-185878" t="-164726"/>
              </a:stretch>
            </a:blipFill>
            <a:ln>
              <a:noFill/>
            </a:ln>
          </p:spPr>
        </p:sp>
        <p:sp>
          <p:nvSpPr>
            <p:cNvPr id="303" name="Google Shape;303;p8"/>
            <p:cNvSpPr txBox="1"/>
            <p:nvPr/>
          </p:nvSpPr>
          <p:spPr>
            <a:xfrm>
              <a:off x="0" y="0"/>
              <a:ext cx="2752934" cy="714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SERVICIO EXTERNO DE IA</a:t>
              </a:r>
              <a:endParaRPr/>
            </a:p>
          </p:txBody>
        </p:sp>
      </p:grpSp>
      <p:sp>
        <p:nvSpPr>
          <p:cNvPr id="304" name="Google Shape;304;p8"/>
          <p:cNvSpPr/>
          <p:nvPr/>
        </p:nvSpPr>
        <p:spPr>
          <a:xfrm>
            <a:off x="3350745" y="2268142"/>
            <a:ext cx="50302" cy="6296145"/>
          </a:xfrm>
          <a:custGeom>
            <a:rect b="b" l="l" r="r" t="t"/>
            <a:pathLst>
              <a:path extrusionOk="0" h="7927451" w="63335">
                <a:moveTo>
                  <a:pt x="0" y="0"/>
                </a:moveTo>
                <a:lnTo>
                  <a:pt x="63335" y="0"/>
                </a:lnTo>
                <a:lnTo>
                  <a:pt x="63335" y="7927451"/>
                </a:lnTo>
                <a:lnTo>
                  <a:pt x="0" y="7927451"/>
                </a:lnTo>
                <a:close/>
              </a:path>
            </a:pathLst>
          </a:custGeom>
          <a:solidFill>
            <a:srgbClr val="C5D6E9"/>
          </a:solidFill>
          <a:ln>
            <a:noFill/>
          </a:ln>
        </p:spPr>
      </p:sp>
      <p:sp>
        <p:nvSpPr>
          <p:cNvPr id="305" name="Google Shape;305;p8"/>
          <p:cNvSpPr/>
          <p:nvPr/>
        </p:nvSpPr>
        <p:spPr>
          <a:xfrm>
            <a:off x="6341454" y="2273106"/>
            <a:ext cx="50262" cy="6291180"/>
          </a:xfrm>
          <a:custGeom>
            <a:rect b="b" l="l" r="r" t="t"/>
            <a:pathLst>
              <a:path extrusionOk="0" h="7927451" w="63335">
                <a:moveTo>
                  <a:pt x="0" y="0"/>
                </a:moveTo>
                <a:lnTo>
                  <a:pt x="63335" y="0"/>
                </a:lnTo>
                <a:lnTo>
                  <a:pt x="63335" y="7927451"/>
                </a:lnTo>
                <a:lnTo>
                  <a:pt x="0" y="7927451"/>
                </a:lnTo>
                <a:close/>
              </a:path>
            </a:pathLst>
          </a:custGeom>
          <a:solidFill>
            <a:srgbClr val="C5D6E9"/>
          </a:solidFill>
          <a:ln>
            <a:noFill/>
          </a:ln>
        </p:spPr>
      </p:sp>
      <p:cxnSp>
        <p:nvCxnSpPr>
          <p:cNvPr id="306" name="Google Shape;306;p8"/>
          <p:cNvCxnSpPr/>
          <p:nvPr/>
        </p:nvCxnSpPr>
        <p:spPr>
          <a:xfrm>
            <a:off x="1672965" y="3231056"/>
            <a:ext cx="104221" cy="195539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p8"/>
          <p:cNvCxnSpPr/>
          <p:nvPr/>
        </p:nvCxnSpPr>
        <p:spPr>
          <a:xfrm>
            <a:off x="2695336" y="3778541"/>
            <a:ext cx="1066395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8"/>
          <p:cNvCxnSpPr/>
          <p:nvPr/>
        </p:nvCxnSpPr>
        <p:spPr>
          <a:xfrm flipH="1">
            <a:off x="4962968" y="4099461"/>
            <a:ext cx="20605" cy="294942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8"/>
          <p:cNvCxnSpPr/>
          <p:nvPr/>
        </p:nvCxnSpPr>
        <p:spPr>
          <a:xfrm flipH="1">
            <a:off x="3522594" y="4786527"/>
            <a:ext cx="1947436" cy="35795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0" name="Google Shape;310;p8"/>
          <p:cNvGrpSpPr/>
          <p:nvPr/>
        </p:nvGrpSpPr>
        <p:grpSpPr>
          <a:xfrm>
            <a:off x="4816571" y="4438707"/>
            <a:ext cx="481260" cy="204964"/>
            <a:chOff x="0" y="-9525"/>
            <a:chExt cx="641680" cy="273285"/>
          </a:xfrm>
        </p:grpSpPr>
        <p:sp>
          <p:nvSpPr>
            <p:cNvPr id="311" name="Google Shape;311;p8"/>
            <p:cNvSpPr/>
            <p:nvPr/>
          </p:nvSpPr>
          <p:spPr>
            <a:xfrm>
              <a:off x="0" y="0"/>
              <a:ext cx="641680" cy="263760"/>
            </a:xfrm>
            <a:custGeom>
              <a:rect b="b" l="l" r="r" t="t"/>
              <a:pathLst>
                <a:path extrusionOk="0" h="263760" w="641680">
                  <a:moveTo>
                    <a:pt x="0" y="0"/>
                  </a:moveTo>
                  <a:lnTo>
                    <a:pt x="641680" y="0"/>
                  </a:lnTo>
                  <a:lnTo>
                    <a:pt x="641680" y="263760"/>
                  </a:lnTo>
                  <a:lnTo>
                    <a:pt x="0" y="263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54" l="0" r="-42611" t="-5153"/>
              </a:stretch>
            </a:blipFill>
            <a:ln>
              <a:noFill/>
            </a:ln>
          </p:spPr>
        </p:sp>
        <p:sp>
          <p:nvSpPr>
            <p:cNvPr id="312" name="Google Shape;312;p8"/>
            <p:cNvSpPr txBox="1"/>
            <p:nvPr/>
          </p:nvSpPr>
          <p:spPr>
            <a:xfrm>
              <a:off x="0" y="-9525"/>
              <a:ext cx="641676" cy="27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1" u="none" cap="none" strike="noStrike">
                  <a:solidFill>
                    <a:srgbClr val="315D9C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/>
            </a:p>
          </p:txBody>
        </p:sp>
      </p:grpSp>
      <p:grpSp>
        <p:nvGrpSpPr>
          <p:cNvPr id="313" name="Google Shape;313;p8"/>
          <p:cNvGrpSpPr/>
          <p:nvPr/>
        </p:nvGrpSpPr>
        <p:grpSpPr>
          <a:xfrm>
            <a:off x="4962968" y="5145337"/>
            <a:ext cx="481260" cy="204964"/>
            <a:chOff x="0" y="-9525"/>
            <a:chExt cx="641680" cy="273285"/>
          </a:xfrm>
        </p:grpSpPr>
        <p:sp>
          <p:nvSpPr>
            <p:cNvPr id="314" name="Google Shape;314;p8"/>
            <p:cNvSpPr/>
            <p:nvPr/>
          </p:nvSpPr>
          <p:spPr>
            <a:xfrm>
              <a:off x="0" y="0"/>
              <a:ext cx="641680" cy="263760"/>
            </a:xfrm>
            <a:custGeom>
              <a:rect b="b" l="l" r="r" t="t"/>
              <a:pathLst>
                <a:path extrusionOk="0" h="263760" w="641680">
                  <a:moveTo>
                    <a:pt x="0" y="0"/>
                  </a:moveTo>
                  <a:lnTo>
                    <a:pt x="641680" y="0"/>
                  </a:lnTo>
                  <a:lnTo>
                    <a:pt x="641680" y="263760"/>
                  </a:lnTo>
                  <a:lnTo>
                    <a:pt x="0" y="263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54" l="0" r="-42611" t="-5153"/>
              </a:stretch>
            </a:blipFill>
            <a:ln>
              <a:noFill/>
            </a:ln>
          </p:spPr>
        </p:sp>
        <p:sp>
          <p:nvSpPr>
            <p:cNvPr id="315" name="Google Shape;315;p8"/>
            <p:cNvSpPr txBox="1"/>
            <p:nvPr/>
          </p:nvSpPr>
          <p:spPr>
            <a:xfrm>
              <a:off x="0" y="-9525"/>
              <a:ext cx="641676" cy="27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1" u="none" cap="none" strike="noStrike">
                  <a:solidFill>
                    <a:srgbClr val="315D9C"/>
                  </a:solidFill>
                  <a:latin typeface="Arial"/>
                  <a:ea typeface="Arial"/>
                  <a:cs typeface="Arial"/>
                  <a:sym typeface="Arial"/>
                </a:rPr>
                <a:t>Sí</a:t>
              </a:r>
              <a:endParaRPr/>
            </a:p>
          </p:txBody>
        </p:sp>
      </p:grpSp>
      <p:cxnSp>
        <p:nvCxnSpPr>
          <p:cNvPr id="316" name="Google Shape;316;p8"/>
          <p:cNvCxnSpPr/>
          <p:nvPr/>
        </p:nvCxnSpPr>
        <p:spPr>
          <a:xfrm>
            <a:off x="4981916" y="5770134"/>
            <a:ext cx="1571213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8"/>
          <p:cNvCxnSpPr/>
          <p:nvPr/>
        </p:nvCxnSpPr>
        <p:spPr>
          <a:xfrm flipH="1">
            <a:off x="7081500" y="6066860"/>
            <a:ext cx="9525" cy="576437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8"/>
          <p:cNvCxnSpPr/>
          <p:nvPr/>
        </p:nvCxnSpPr>
        <p:spPr>
          <a:xfrm flipH="1">
            <a:off x="5152235" y="6643297"/>
            <a:ext cx="1938790" cy="15251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8"/>
          <p:cNvCxnSpPr/>
          <p:nvPr/>
        </p:nvCxnSpPr>
        <p:spPr>
          <a:xfrm rot="10800000">
            <a:off x="3197682" y="6596091"/>
            <a:ext cx="417749" cy="9277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8"/>
          <p:cNvCxnSpPr/>
          <p:nvPr/>
        </p:nvCxnSpPr>
        <p:spPr>
          <a:xfrm>
            <a:off x="2640024" y="6937239"/>
            <a:ext cx="0" cy="161932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8"/>
          <p:cNvCxnSpPr/>
          <p:nvPr/>
        </p:nvCxnSpPr>
        <p:spPr>
          <a:xfrm>
            <a:off x="2476320" y="7513260"/>
            <a:ext cx="1162508" cy="30539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22" name="Google Shape;322;p8"/>
          <p:cNvGrpSpPr/>
          <p:nvPr/>
        </p:nvGrpSpPr>
        <p:grpSpPr>
          <a:xfrm>
            <a:off x="2957063" y="7125743"/>
            <a:ext cx="481260" cy="204964"/>
            <a:chOff x="0" y="-9525"/>
            <a:chExt cx="641680" cy="273285"/>
          </a:xfrm>
        </p:grpSpPr>
        <p:sp>
          <p:nvSpPr>
            <p:cNvPr id="323" name="Google Shape;323;p8"/>
            <p:cNvSpPr/>
            <p:nvPr/>
          </p:nvSpPr>
          <p:spPr>
            <a:xfrm>
              <a:off x="0" y="0"/>
              <a:ext cx="641680" cy="263760"/>
            </a:xfrm>
            <a:custGeom>
              <a:rect b="b" l="l" r="r" t="t"/>
              <a:pathLst>
                <a:path extrusionOk="0" h="263760" w="641680">
                  <a:moveTo>
                    <a:pt x="0" y="0"/>
                  </a:moveTo>
                  <a:lnTo>
                    <a:pt x="641680" y="0"/>
                  </a:lnTo>
                  <a:lnTo>
                    <a:pt x="641680" y="263760"/>
                  </a:lnTo>
                  <a:lnTo>
                    <a:pt x="0" y="263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54" l="0" r="-42611" t="-5153"/>
              </a:stretch>
            </a:blipFill>
            <a:ln>
              <a:noFill/>
            </a:ln>
          </p:spPr>
        </p:sp>
        <p:sp>
          <p:nvSpPr>
            <p:cNvPr id="324" name="Google Shape;324;p8"/>
            <p:cNvSpPr txBox="1"/>
            <p:nvPr/>
          </p:nvSpPr>
          <p:spPr>
            <a:xfrm>
              <a:off x="0" y="-9525"/>
              <a:ext cx="641676" cy="27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1" u="none" cap="none" strike="noStrike">
                  <a:solidFill>
                    <a:srgbClr val="315D9C"/>
                  </a:solidFill>
                  <a:latin typeface="Arial"/>
                  <a:ea typeface="Arial"/>
                  <a:cs typeface="Arial"/>
                  <a:sym typeface="Arial"/>
                </a:rPr>
                <a:t>Sí</a:t>
              </a:r>
              <a:endParaRPr/>
            </a:p>
          </p:txBody>
        </p:sp>
      </p:grpSp>
      <p:cxnSp>
        <p:nvCxnSpPr>
          <p:cNvPr id="325" name="Google Shape;325;p8"/>
          <p:cNvCxnSpPr/>
          <p:nvPr/>
        </p:nvCxnSpPr>
        <p:spPr>
          <a:xfrm flipH="1">
            <a:off x="1589926" y="7503115"/>
            <a:ext cx="695113" cy="28694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26" name="Google Shape;326;p8"/>
          <p:cNvGrpSpPr/>
          <p:nvPr/>
        </p:nvGrpSpPr>
        <p:grpSpPr>
          <a:xfrm>
            <a:off x="1879908" y="7111070"/>
            <a:ext cx="481260" cy="204964"/>
            <a:chOff x="0" y="-9525"/>
            <a:chExt cx="641680" cy="273285"/>
          </a:xfrm>
        </p:grpSpPr>
        <p:sp>
          <p:nvSpPr>
            <p:cNvPr id="327" name="Google Shape;327;p8"/>
            <p:cNvSpPr/>
            <p:nvPr/>
          </p:nvSpPr>
          <p:spPr>
            <a:xfrm>
              <a:off x="0" y="0"/>
              <a:ext cx="641680" cy="263760"/>
            </a:xfrm>
            <a:custGeom>
              <a:rect b="b" l="l" r="r" t="t"/>
              <a:pathLst>
                <a:path extrusionOk="0" h="263760" w="641680">
                  <a:moveTo>
                    <a:pt x="0" y="0"/>
                  </a:moveTo>
                  <a:lnTo>
                    <a:pt x="641680" y="0"/>
                  </a:lnTo>
                  <a:lnTo>
                    <a:pt x="641680" y="263760"/>
                  </a:lnTo>
                  <a:lnTo>
                    <a:pt x="0" y="263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54" l="0" r="-42611" t="-5153"/>
              </a:stretch>
            </a:blipFill>
            <a:ln>
              <a:noFill/>
            </a:ln>
          </p:spPr>
        </p:sp>
        <p:sp>
          <p:nvSpPr>
            <p:cNvPr id="328" name="Google Shape;328;p8"/>
            <p:cNvSpPr txBox="1"/>
            <p:nvPr/>
          </p:nvSpPr>
          <p:spPr>
            <a:xfrm>
              <a:off x="0" y="-9525"/>
              <a:ext cx="641676" cy="27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1" u="none" cap="none" strike="noStrike">
                  <a:solidFill>
                    <a:srgbClr val="315D9C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/>
            </a:p>
          </p:txBody>
        </p:sp>
      </p:grpSp>
      <p:cxnSp>
        <p:nvCxnSpPr>
          <p:cNvPr id="329" name="Google Shape;329;p8"/>
          <p:cNvCxnSpPr/>
          <p:nvPr/>
        </p:nvCxnSpPr>
        <p:spPr>
          <a:xfrm>
            <a:off x="4547297" y="7902621"/>
            <a:ext cx="0" cy="228903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8"/>
          <p:cNvSpPr/>
          <p:nvPr/>
        </p:nvSpPr>
        <p:spPr>
          <a:xfrm>
            <a:off x="1626944" y="2915186"/>
            <a:ext cx="265774" cy="263787"/>
          </a:xfrm>
          <a:custGeom>
            <a:rect b="b" l="l" r="r" t="t"/>
            <a:pathLst>
              <a:path extrusionOk="0" h="351717" w="354364">
                <a:moveTo>
                  <a:pt x="0" y="175804"/>
                </a:moveTo>
                <a:cubicBezTo>
                  <a:pt x="0" y="78700"/>
                  <a:pt x="79292" y="0"/>
                  <a:pt x="177127" y="0"/>
                </a:cubicBezTo>
                <a:cubicBezTo>
                  <a:pt x="274962" y="0"/>
                  <a:pt x="354364" y="78700"/>
                  <a:pt x="354364" y="175804"/>
                </a:cubicBezTo>
                <a:cubicBezTo>
                  <a:pt x="354364" y="272908"/>
                  <a:pt x="274962" y="351717"/>
                  <a:pt x="177127" y="351717"/>
                </a:cubicBezTo>
                <a:cubicBezTo>
                  <a:pt x="79292" y="351717"/>
                  <a:pt x="0" y="272908"/>
                  <a:pt x="0" y="175804"/>
                </a:cubicBezTo>
                <a:close/>
              </a:path>
            </a:pathLst>
          </a:custGeom>
          <a:solidFill>
            <a:srgbClr val="0C2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859037" y="3426595"/>
            <a:ext cx="1836366" cy="704349"/>
          </a:xfrm>
          <a:custGeom>
            <a:rect b="b" l="l" r="r" t="t"/>
            <a:pathLst>
              <a:path extrusionOk="0" h="939133" w="2448488">
                <a:moveTo>
                  <a:pt x="0" y="122117"/>
                </a:moveTo>
                <a:cubicBezTo>
                  <a:pt x="0" y="54704"/>
                  <a:pt x="35144" y="0"/>
                  <a:pt x="78453" y="0"/>
                </a:cubicBezTo>
                <a:lnTo>
                  <a:pt x="2369992" y="0"/>
                </a:lnTo>
                <a:cubicBezTo>
                  <a:pt x="2413302" y="0"/>
                  <a:pt x="2448488" y="54704"/>
                  <a:pt x="2448488" y="122117"/>
                </a:cubicBezTo>
                <a:lnTo>
                  <a:pt x="2448488" y="816995"/>
                </a:lnTo>
                <a:cubicBezTo>
                  <a:pt x="2448488" y="884409"/>
                  <a:pt x="2413302" y="939133"/>
                  <a:pt x="2369992" y="939133"/>
                </a:cubicBezTo>
                <a:lnTo>
                  <a:pt x="78453" y="939133"/>
                </a:lnTo>
                <a:cubicBezTo>
                  <a:pt x="35144" y="939011"/>
                  <a:pt x="0" y="884409"/>
                  <a:pt x="0" y="816995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8"/>
          <p:cNvGrpSpPr/>
          <p:nvPr/>
        </p:nvGrpSpPr>
        <p:grpSpPr>
          <a:xfrm>
            <a:off x="926814" y="3470822"/>
            <a:ext cx="1768522" cy="615438"/>
            <a:chOff x="0" y="0"/>
            <a:chExt cx="2358030" cy="820585"/>
          </a:xfrm>
        </p:grpSpPr>
        <p:sp>
          <p:nvSpPr>
            <p:cNvPr id="333" name="Google Shape;333;p8"/>
            <p:cNvSpPr/>
            <p:nvPr/>
          </p:nvSpPr>
          <p:spPr>
            <a:xfrm>
              <a:off x="0" y="0"/>
              <a:ext cx="2358029" cy="820585"/>
            </a:xfrm>
            <a:custGeom>
              <a:rect b="b" l="l" r="r" t="t"/>
              <a:pathLst>
                <a:path extrusionOk="0" h="820585" w="2358029">
                  <a:moveTo>
                    <a:pt x="0" y="0"/>
                  </a:moveTo>
                  <a:lnTo>
                    <a:pt x="2358029" y="0"/>
                  </a:lnTo>
                  <a:lnTo>
                    <a:pt x="2358029" y="820585"/>
                  </a:lnTo>
                  <a:lnTo>
                    <a:pt x="0" y="82058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360" l="0" r="-90938" t="-44457"/>
              </a:stretch>
            </a:blipFill>
            <a:ln>
              <a:noFill/>
            </a:ln>
          </p:spPr>
        </p:sp>
        <p:sp>
          <p:nvSpPr>
            <p:cNvPr id="334" name="Google Shape;334;p8"/>
            <p:cNvSpPr txBox="1"/>
            <p:nvPr/>
          </p:nvSpPr>
          <p:spPr>
            <a:xfrm>
              <a:off x="0" y="0"/>
              <a:ext cx="2358030" cy="82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Elegir notebook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y cargar PDF</a:t>
              </a:r>
              <a:endParaRPr/>
            </a:p>
          </p:txBody>
        </p:sp>
      </p:grpSp>
      <p:sp>
        <p:nvSpPr>
          <p:cNvPr id="335" name="Google Shape;335;p8"/>
          <p:cNvSpPr/>
          <p:nvPr/>
        </p:nvSpPr>
        <p:spPr>
          <a:xfrm>
            <a:off x="3790212" y="3439795"/>
            <a:ext cx="2310519" cy="704349"/>
          </a:xfrm>
          <a:custGeom>
            <a:rect b="b" l="l" r="r" t="t"/>
            <a:pathLst>
              <a:path extrusionOk="0" h="939133" w="3080692">
                <a:moveTo>
                  <a:pt x="0" y="122117"/>
                </a:moveTo>
                <a:cubicBezTo>
                  <a:pt x="0" y="54704"/>
                  <a:pt x="41505" y="0"/>
                  <a:pt x="92654" y="0"/>
                </a:cubicBezTo>
                <a:lnTo>
                  <a:pt x="2987998" y="0"/>
                </a:lnTo>
                <a:cubicBezTo>
                  <a:pt x="3039147" y="0"/>
                  <a:pt x="3080692" y="54704"/>
                  <a:pt x="3080692" y="122117"/>
                </a:cubicBezTo>
                <a:lnTo>
                  <a:pt x="3080692" y="816995"/>
                </a:lnTo>
                <a:cubicBezTo>
                  <a:pt x="3080692" y="884409"/>
                  <a:pt x="3039147" y="939133"/>
                  <a:pt x="2987998" y="939133"/>
                </a:cubicBezTo>
                <a:lnTo>
                  <a:pt x="92654" y="939133"/>
                </a:lnTo>
                <a:cubicBezTo>
                  <a:pt x="41505" y="939011"/>
                  <a:pt x="0" y="884409"/>
                  <a:pt x="0" y="816995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3824101" y="3484022"/>
            <a:ext cx="2242667" cy="615438"/>
            <a:chOff x="0" y="0"/>
            <a:chExt cx="2990222" cy="820585"/>
          </a:xfrm>
        </p:grpSpPr>
        <p:sp>
          <p:nvSpPr>
            <p:cNvPr id="337" name="Google Shape;337;p8"/>
            <p:cNvSpPr/>
            <p:nvPr/>
          </p:nvSpPr>
          <p:spPr>
            <a:xfrm>
              <a:off x="0" y="0"/>
              <a:ext cx="2990222" cy="820585"/>
            </a:xfrm>
            <a:custGeom>
              <a:rect b="b" l="l" r="r" t="t"/>
              <a:pathLst>
                <a:path extrusionOk="0" h="820585" w="2990222">
                  <a:moveTo>
                    <a:pt x="0" y="0"/>
                  </a:moveTo>
                  <a:lnTo>
                    <a:pt x="2990222" y="0"/>
                  </a:lnTo>
                  <a:lnTo>
                    <a:pt x="2990222" y="820585"/>
                  </a:lnTo>
                  <a:lnTo>
                    <a:pt x="0" y="82058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6749" l="0" r="-60974" t="-51848"/>
              </a:stretch>
            </a:blipFill>
            <a:ln>
              <a:noFill/>
            </a:ln>
          </p:spPr>
        </p:sp>
        <p:sp>
          <p:nvSpPr>
            <p:cNvPr id="338" name="Google Shape;338;p8"/>
            <p:cNvSpPr txBox="1"/>
            <p:nvPr/>
          </p:nvSpPr>
          <p:spPr>
            <a:xfrm>
              <a:off x="0" y="0"/>
              <a:ext cx="2990220" cy="82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Validar formato, tamaño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y cantidad de archivos</a:t>
              </a:r>
              <a:endParaRPr/>
            </a:p>
          </p:txBody>
        </p:sp>
      </p:grpSp>
      <p:sp>
        <p:nvSpPr>
          <p:cNvPr id="339" name="Google Shape;339;p8"/>
          <p:cNvSpPr/>
          <p:nvPr/>
        </p:nvSpPr>
        <p:spPr>
          <a:xfrm>
            <a:off x="4455907" y="4394400"/>
            <a:ext cx="1014132" cy="784255"/>
          </a:xfrm>
          <a:custGeom>
            <a:rect b="b" l="l" r="r" t="t"/>
            <a:pathLst>
              <a:path extrusionOk="0" h="1045673" w="1352176">
                <a:moveTo>
                  <a:pt x="0" y="522836"/>
                </a:moveTo>
                <a:lnTo>
                  <a:pt x="676086" y="0"/>
                </a:lnTo>
                <a:lnTo>
                  <a:pt x="1352176" y="522836"/>
                </a:lnTo>
                <a:lnTo>
                  <a:pt x="676086" y="1045673"/>
                </a:lnTo>
                <a:close/>
              </a:path>
            </a:pathLst>
          </a:custGeom>
          <a:solidFill>
            <a:srgbClr val="FFFFFF"/>
          </a:solidFill>
          <a:ln cap="sq" cmpd="sng" w="32400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40" name="Google Shape;340;p8"/>
          <p:cNvGrpSpPr/>
          <p:nvPr/>
        </p:nvGrpSpPr>
        <p:grpSpPr>
          <a:xfrm>
            <a:off x="4548875" y="4590100"/>
            <a:ext cx="793117" cy="429032"/>
            <a:chOff x="0" y="0"/>
            <a:chExt cx="1057489" cy="572043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1057486" cy="572043"/>
            </a:xfrm>
            <a:custGeom>
              <a:rect b="b" l="l" r="r" t="t"/>
              <a:pathLst>
                <a:path extrusionOk="0" h="572043" w="1057486">
                  <a:moveTo>
                    <a:pt x="0" y="0"/>
                  </a:moveTo>
                  <a:lnTo>
                    <a:pt x="1057486" y="0"/>
                  </a:lnTo>
                  <a:lnTo>
                    <a:pt x="1057486" y="572043"/>
                  </a:lnTo>
                  <a:lnTo>
                    <a:pt x="0" y="57204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28" l="-14498" r="-57111" t="0"/>
              </a:stretch>
            </a:blipFill>
            <a:ln>
              <a:noFill/>
            </a:ln>
          </p:spPr>
        </p:sp>
        <p:sp>
          <p:nvSpPr>
            <p:cNvPr id="342" name="Google Shape;342;p8"/>
            <p:cNvSpPr txBox="1"/>
            <p:nvPr/>
          </p:nvSpPr>
          <p:spPr>
            <a:xfrm>
              <a:off x="0" y="0"/>
              <a:ext cx="1057489" cy="5720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¿PDF</a:t>
              </a:r>
              <a:endParaRPr/>
            </a:p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válido?</a:t>
              </a:r>
              <a:endParaRPr/>
            </a:p>
          </p:txBody>
        </p:sp>
      </p:grpSp>
      <p:sp>
        <p:nvSpPr>
          <p:cNvPr id="343" name="Google Shape;343;p8"/>
          <p:cNvSpPr/>
          <p:nvPr/>
        </p:nvSpPr>
        <p:spPr>
          <a:xfrm>
            <a:off x="3522594" y="4492164"/>
            <a:ext cx="811974" cy="660336"/>
          </a:xfrm>
          <a:custGeom>
            <a:rect b="b" l="l" r="r" t="t"/>
            <a:pathLst>
              <a:path extrusionOk="0" h="880448" w="1082632">
                <a:moveTo>
                  <a:pt x="0" y="114491"/>
                </a:moveTo>
                <a:cubicBezTo>
                  <a:pt x="0" y="51247"/>
                  <a:pt x="32335" y="0"/>
                  <a:pt x="72241" y="0"/>
                </a:cubicBezTo>
                <a:lnTo>
                  <a:pt x="1010341" y="0"/>
                </a:lnTo>
                <a:cubicBezTo>
                  <a:pt x="1050247" y="0"/>
                  <a:pt x="1082632" y="51247"/>
                  <a:pt x="1082632" y="114491"/>
                </a:cubicBezTo>
                <a:lnTo>
                  <a:pt x="1082632" y="765952"/>
                </a:lnTo>
                <a:cubicBezTo>
                  <a:pt x="1082632" y="829197"/>
                  <a:pt x="1050247" y="880448"/>
                  <a:pt x="1010341" y="880448"/>
                </a:cubicBezTo>
                <a:lnTo>
                  <a:pt x="72241" y="880448"/>
                </a:lnTo>
                <a:cubicBezTo>
                  <a:pt x="32335" y="880448"/>
                  <a:pt x="0" y="829197"/>
                  <a:pt x="0" y="765952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8"/>
          <p:cNvGrpSpPr/>
          <p:nvPr/>
        </p:nvGrpSpPr>
        <p:grpSpPr>
          <a:xfrm>
            <a:off x="3525679" y="4544760"/>
            <a:ext cx="808812" cy="571482"/>
            <a:chOff x="0" y="0"/>
            <a:chExt cx="1078417" cy="761977"/>
          </a:xfrm>
        </p:grpSpPr>
        <p:sp>
          <p:nvSpPr>
            <p:cNvPr id="345" name="Google Shape;345;p8"/>
            <p:cNvSpPr/>
            <p:nvPr/>
          </p:nvSpPr>
          <p:spPr>
            <a:xfrm>
              <a:off x="0" y="0"/>
              <a:ext cx="1078415" cy="761972"/>
            </a:xfrm>
            <a:custGeom>
              <a:rect b="b" l="l" r="r" t="t"/>
              <a:pathLst>
                <a:path extrusionOk="0" h="761972" w="1078415">
                  <a:moveTo>
                    <a:pt x="0" y="0"/>
                  </a:moveTo>
                  <a:lnTo>
                    <a:pt x="1078415" y="0"/>
                  </a:lnTo>
                  <a:lnTo>
                    <a:pt x="1078415" y="761972"/>
                  </a:lnTo>
                  <a:lnTo>
                    <a:pt x="0" y="7619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902" l="-25828" r="-100632" t="0"/>
              </a:stretch>
            </a:blipFill>
            <a:ln>
              <a:noFill/>
            </a:ln>
          </p:spPr>
        </p:sp>
        <p:sp>
          <p:nvSpPr>
            <p:cNvPr id="346" name="Google Shape;346;p8"/>
            <p:cNvSpPr txBox="1"/>
            <p:nvPr/>
          </p:nvSpPr>
          <p:spPr>
            <a:xfrm>
              <a:off x="0" y="9525"/>
              <a:ext cx="1078417" cy="752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76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Rechazar</a:t>
              </a:r>
              <a:endParaRPr/>
            </a:p>
            <a:p>
              <a:pPr indent="0" lvl="0" marL="0" marR="0" rtl="0" algn="ctr">
                <a:lnSpc>
                  <a:spcPct val="11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76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archivo</a:t>
              </a:r>
              <a:endParaRPr/>
            </a:p>
          </p:txBody>
        </p:sp>
      </p:grpSp>
      <p:sp>
        <p:nvSpPr>
          <p:cNvPr id="347" name="Google Shape;347;p8"/>
          <p:cNvSpPr/>
          <p:nvPr/>
        </p:nvSpPr>
        <p:spPr>
          <a:xfrm>
            <a:off x="6553130" y="5245895"/>
            <a:ext cx="1897986" cy="852183"/>
          </a:xfrm>
          <a:custGeom>
            <a:rect b="b" l="l" r="r" t="t"/>
            <a:pathLst>
              <a:path extrusionOk="0" h="1136244" w="2530649">
                <a:moveTo>
                  <a:pt x="0" y="147698"/>
                </a:moveTo>
                <a:cubicBezTo>
                  <a:pt x="0" y="66166"/>
                  <a:pt x="31538" y="0"/>
                  <a:pt x="70401" y="0"/>
                </a:cubicBezTo>
                <a:lnTo>
                  <a:pt x="2460228" y="0"/>
                </a:lnTo>
                <a:cubicBezTo>
                  <a:pt x="2499091" y="0"/>
                  <a:pt x="2530649" y="66166"/>
                  <a:pt x="2530649" y="147698"/>
                </a:cubicBezTo>
                <a:lnTo>
                  <a:pt x="2530649" y="988546"/>
                </a:lnTo>
                <a:cubicBezTo>
                  <a:pt x="2530649" y="1070078"/>
                  <a:pt x="2499091" y="1136244"/>
                  <a:pt x="2460228" y="1136244"/>
                </a:cubicBezTo>
                <a:lnTo>
                  <a:pt x="70401" y="1136244"/>
                </a:lnTo>
                <a:cubicBezTo>
                  <a:pt x="31538" y="1136244"/>
                  <a:pt x="0" y="1070078"/>
                  <a:pt x="0" y="988546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6553130" y="5315677"/>
            <a:ext cx="1750947" cy="795604"/>
            <a:chOff x="0" y="0"/>
            <a:chExt cx="2334596" cy="1060806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2334595" cy="1060803"/>
            </a:xfrm>
            <a:custGeom>
              <a:rect b="b" l="l" r="r" t="t"/>
              <a:pathLst>
                <a:path extrusionOk="0" h="1060803" w="2334595">
                  <a:moveTo>
                    <a:pt x="0" y="0"/>
                  </a:moveTo>
                  <a:lnTo>
                    <a:pt x="2334595" y="0"/>
                  </a:lnTo>
                  <a:lnTo>
                    <a:pt x="2334595" y="1060803"/>
                  </a:lnTo>
                  <a:lnTo>
                    <a:pt x="0" y="10608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369" l="0" r="-116375" t="-46201"/>
              </a:stretch>
            </a:blipFill>
            <a:ln>
              <a:noFill/>
            </a:ln>
          </p:spPr>
        </p:sp>
        <p:sp>
          <p:nvSpPr>
            <p:cNvPr id="350" name="Google Shape;350;p8"/>
            <p:cNvSpPr txBox="1"/>
            <p:nvPr/>
          </p:nvSpPr>
          <p:spPr>
            <a:xfrm>
              <a:off x="0" y="0"/>
              <a:ext cx="2334596" cy="1060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Extraer campos tributarios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y devolver JSON</a:t>
              </a:r>
              <a:endParaRPr/>
            </a:p>
          </p:txBody>
        </p:sp>
      </p:grpSp>
      <p:sp>
        <p:nvSpPr>
          <p:cNvPr id="351" name="Google Shape;351;p8"/>
          <p:cNvSpPr/>
          <p:nvPr/>
        </p:nvSpPr>
        <p:spPr>
          <a:xfrm>
            <a:off x="3615431" y="6264220"/>
            <a:ext cx="1722906" cy="682295"/>
          </a:xfrm>
          <a:custGeom>
            <a:rect b="b" l="l" r="r" t="t"/>
            <a:pathLst>
              <a:path extrusionOk="0" h="909727" w="2297208">
                <a:moveTo>
                  <a:pt x="0" y="118253"/>
                </a:moveTo>
                <a:cubicBezTo>
                  <a:pt x="0" y="52975"/>
                  <a:pt x="29973" y="0"/>
                  <a:pt x="66907" y="0"/>
                </a:cubicBezTo>
                <a:lnTo>
                  <a:pt x="2230301" y="0"/>
                </a:lnTo>
                <a:cubicBezTo>
                  <a:pt x="2267235" y="0"/>
                  <a:pt x="2297208" y="52975"/>
                  <a:pt x="2297208" y="118253"/>
                </a:cubicBezTo>
                <a:lnTo>
                  <a:pt x="2297208" y="791474"/>
                </a:lnTo>
                <a:cubicBezTo>
                  <a:pt x="2297208" y="856752"/>
                  <a:pt x="2267235" y="909727"/>
                  <a:pt x="2230301" y="909727"/>
                </a:cubicBezTo>
                <a:lnTo>
                  <a:pt x="66907" y="909727"/>
                </a:lnTo>
                <a:cubicBezTo>
                  <a:pt x="29973" y="909727"/>
                  <a:pt x="0" y="856752"/>
                  <a:pt x="0" y="791474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8"/>
          <p:cNvGrpSpPr/>
          <p:nvPr/>
        </p:nvGrpSpPr>
        <p:grpSpPr>
          <a:xfrm>
            <a:off x="3683209" y="6308641"/>
            <a:ext cx="1421328" cy="593460"/>
            <a:chOff x="0" y="0"/>
            <a:chExt cx="1895103" cy="791281"/>
          </a:xfrm>
        </p:grpSpPr>
        <p:sp>
          <p:nvSpPr>
            <p:cNvPr id="353" name="Google Shape;353;p8"/>
            <p:cNvSpPr/>
            <p:nvPr/>
          </p:nvSpPr>
          <p:spPr>
            <a:xfrm>
              <a:off x="0" y="0"/>
              <a:ext cx="1895103" cy="791279"/>
            </a:xfrm>
            <a:custGeom>
              <a:rect b="b" l="l" r="r" t="t"/>
              <a:pathLst>
                <a:path extrusionOk="0" h="791279" w="1895103">
                  <a:moveTo>
                    <a:pt x="0" y="0"/>
                  </a:moveTo>
                  <a:lnTo>
                    <a:pt x="1895103" y="0"/>
                  </a:lnTo>
                  <a:lnTo>
                    <a:pt x="1895103" y="791279"/>
                  </a:lnTo>
                  <a:lnTo>
                    <a:pt x="0" y="79127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983" l="0" r="-153994" t="-56079"/>
              </a:stretch>
            </a:blipFill>
            <a:ln>
              <a:noFill/>
            </a:ln>
          </p:spPr>
        </p:sp>
        <p:sp>
          <p:nvSpPr>
            <p:cNvPr id="354" name="Google Shape;354;p8"/>
            <p:cNvSpPr txBox="1"/>
            <p:nvPr/>
          </p:nvSpPr>
          <p:spPr>
            <a:xfrm>
              <a:off x="0" y="0"/>
              <a:ext cx="1895101" cy="791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Mostrar PDF y datos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para revisión</a:t>
              </a:r>
              <a:endParaRPr/>
            </a:p>
          </p:txBody>
        </p:sp>
      </p:grpSp>
      <p:sp>
        <p:nvSpPr>
          <p:cNvPr id="355" name="Google Shape;355;p8"/>
          <p:cNvSpPr/>
          <p:nvPr/>
        </p:nvSpPr>
        <p:spPr>
          <a:xfrm>
            <a:off x="2082356" y="6254943"/>
            <a:ext cx="1115326" cy="682295"/>
          </a:xfrm>
          <a:custGeom>
            <a:rect b="b" l="l" r="r" t="t"/>
            <a:pathLst>
              <a:path extrusionOk="0" h="909727" w="1487102">
                <a:moveTo>
                  <a:pt x="0" y="118253"/>
                </a:moveTo>
                <a:cubicBezTo>
                  <a:pt x="0" y="52975"/>
                  <a:pt x="20671" y="0"/>
                  <a:pt x="46143" y="0"/>
                </a:cubicBezTo>
                <a:lnTo>
                  <a:pt x="1440958" y="0"/>
                </a:lnTo>
                <a:cubicBezTo>
                  <a:pt x="1466431" y="0"/>
                  <a:pt x="1487102" y="52975"/>
                  <a:pt x="1487102" y="118253"/>
                </a:cubicBezTo>
                <a:lnTo>
                  <a:pt x="1487102" y="791474"/>
                </a:lnTo>
                <a:cubicBezTo>
                  <a:pt x="1487102" y="856752"/>
                  <a:pt x="1466431" y="909727"/>
                  <a:pt x="1440958" y="909727"/>
                </a:cubicBezTo>
                <a:lnTo>
                  <a:pt x="46143" y="909727"/>
                </a:lnTo>
                <a:cubicBezTo>
                  <a:pt x="20671" y="909727"/>
                  <a:pt x="0" y="856752"/>
                  <a:pt x="0" y="791474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" name="Google Shape;356;p8"/>
          <p:cNvGrpSpPr/>
          <p:nvPr/>
        </p:nvGrpSpPr>
        <p:grpSpPr>
          <a:xfrm>
            <a:off x="2090197" y="6299361"/>
            <a:ext cx="1040588" cy="593460"/>
            <a:chOff x="0" y="0"/>
            <a:chExt cx="1387451" cy="791281"/>
          </a:xfrm>
        </p:grpSpPr>
        <p:sp>
          <p:nvSpPr>
            <p:cNvPr id="357" name="Google Shape;357;p8"/>
            <p:cNvSpPr/>
            <p:nvPr/>
          </p:nvSpPr>
          <p:spPr>
            <a:xfrm>
              <a:off x="0" y="0"/>
              <a:ext cx="1387450" cy="791279"/>
            </a:xfrm>
            <a:custGeom>
              <a:rect b="b" l="l" r="r" t="t"/>
              <a:pathLst>
                <a:path extrusionOk="0" h="791279" w="1387450">
                  <a:moveTo>
                    <a:pt x="0" y="0"/>
                  </a:moveTo>
                  <a:lnTo>
                    <a:pt x="1387450" y="0"/>
                  </a:lnTo>
                  <a:lnTo>
                    <a:pt x="1387450" y="791279"/>
                  </a:lnTo>
                  <a:lnTo>
                    <a:pt x="0" y="79127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320" l="0" r="-224507" t="-48419"/>
              </a:stretch>
            </a:blipFill>
            <a:ln>
              <a:noFill/>
            </a:ln>
          </p:spPr>
        </p:sp>
        <p:sp>
          <p:nvSpPr>
            <p:cNvPr id="358" name="Google Shape;358;p8"/>
            <p:cNvSpPr txBox="1"/>
            <p:nvPr/>
          </p:nvSpPr>
          <p:spPr>
            <a:xfrm>
              <a:off x="0" y="0"/>
              <a:ext cx="1387451" cy="791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Revisar y corregir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los campos</a:t>
              </a:r>
              <a:endParaRPr/>
            </a:p>
          </p:txBody>
        </p:sp>
      </p:grpSp>
      <p:sp>
        <p:nvSpPr>
          <p:cNvPr id="359" name="Google Shape;359;p8"/>
          <p:cNvSpPr/>
          <p:nvPr/>
        </p:nvSpPr>
        <p:spPr>
          <a:xfrm>
            <a:off x="2003024" y="7099151"/>
            <a:ext cx="1273940" cy="828180"/>
          </a:xfrm>
          <a:custGeom>
            <a:rect b="b" l="l" r="r" t="t"/>
            <a:pathLst>
              <a:path extrusionOk="0" h="1104240" w="1698586">
                <a:moveTo>
                  <a:pt x="0" y="552120"/>
                </a:moveTo>
                <a:lnTo>
                  <a:pt x="849293" y="0"/>
                </a:lnTo>
                <a:lnTo>
                  <a:pt x="1698586" y="552120"/>
                </a:lnTo>
                <a:lnTo>
                  <a:pt x="849293" y="1104240"/>
                </a:lnTo>
                <a:close/>
              </a:path>
            </a:pathLst>
          </a:custGeom>
          <a:solidFill>
            <a:srgbClr val="FFFFFF"/>
          </a:solidFill>
          <a:ln cap="sq" cmpd="sng" w="32400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60" name="Google Shape;360;p8"/>
          <p:cNvGrpSpPr/>
          <p:nvPr/>
        </p:nvGrpSpPr>
        <p:grpSpPr>
          <a:xfrm>
            <a:off x="2129766" y="7282632"/>
            <a:ext cx="1001019" cy="449270"/>
            <a:chOff x="0" y="0"/>
            <a:chExt cx="1334692" cy="599026"/>
          </a:xfrm>
        </p:grpSpPr>
        <p:sp>
          <p:nvSpPr>
            <p:cNvPr id="361" name="Google Shape;361;p8"/>
            <p:cNvSpPr/>
            <p:nvPr/>
          </p:nvSpPr>
          <p:spPr>
            <a:xfrm>
              <a:off x="0" y="0"/>
              <a:ext cx="1334692" cy="599026"/>
            </a:xfrm>
            <a:custGeom>
              <a:rect b="b" l="l" r="r" t="t"/>
              <a:pathLst>
                <a:path extrusionOk="0" h="599026" w="1334692">
                  <a:moveTo>
                    <a:pt x="0" y="0"/>
                  </a:moveTo>
                  <a:lnTo>
                    <a:pt x="1334692" y="0"/>
                  </a:lnTo>
                  <a:lnTo>
                    <a:pt x="1334692" y="599026"/>
                  </a:lnTo>
                  <a:lnTo>
                    <a:pt x="0" y="59902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902" l="-617" r="-43231" t="0"/>
              </a:stretch>
            </a:blipFill>
            <a:ln>
              <a:noFill/>
            </a:ln>
          </p:spPr>
        </p:sp>
        <p:sp>
          <p:nvSpPr>
            <p:cNvPr id="362" name="Google Shape;362;p8"/>
            <p:cNvSpPr txBox="1"/>
            <p:nvPr/>
          </p:nvSpPr>
          <p:spPr>
            <a:xfrm>
              <a:off x="0" y="9525"/>
              <a:ext cx="1334691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76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¿Confirma?</a:t>
              </a:r>
              <a:endParaRPr/>
            </a:p>
          </p:txBody>
        </p:sp>
      </p:grpSp>
      <p:sp>
        <p:nvSpPr>
          <p:cNvPr id="363" name="Google Shape;363;p8"/>
          <p:cNvSpPr/>
          <p:nvPr/>
        </p:nvSpPr>
        <p:spPr>
          <a:xfrm>
            <a:off x="551031" y="7101213"/>
            <a:ext cx="1013339" cy="744292"/>
          </a:xfrm>
          <a:custGeom>
            <a:rect b="b" l="l" r="r" t="t"/>
            <a:pathLst>
              <a:path extrusionOk="0" h="992388" w="1351118">
                <a:moveTo>
                  <a:pt x="0" y="129048"/>
                </a:moveTo>
                <a:cubicBezTo>
                  <a:pt x="0" y="57762"/>
                  <a:pt x="32125" y="0"/>
                  <a:pt x="71771" y="0"/>
                </a:cubicBezTo>
                <a:lnTo>
                  <a:pt x="1279322" y="0"/>
                </a:lnTo>
                <a:cubicBezTo>
                  <a:pt x="1318968" y="0"/>
                  <a:pt x="1351118" y="57762"/>
                  <a:pt x="1351118" y="129048"/>
                </a:cubicBezTo>
                <a:lnTo>
                  <a:pt x="1351118" y="863337"/>
                </a:lnTo>
                <a:cubicBezTo>
                  <a:pt x="1351118" y="934623"/>
                  <a:pt x="1318968" y="992388"/>
                  <a:pt x="1279322" y="992388"/>
                </a:cubicBezTo>
                <a:lnTo>
                  <a:pt x="71771" y="992388"/>
                </a:lnTo>
                <a:cubicBezTo>
                  <a:pt x="32125" y="992387"/>
                  <a:pt x="0" y="934623"/>
                  <a:pt x="0" y="863337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8"/>
          <p:cNvGrpSpPr/>
          <p:nvPr/>
        </p:nvGrpSpPr>
        <p:grpSpPr>
          <a:xfrm>
            <a:off x="618809" y="7172360"/>
            <a:ext cx="907423" cy="587573"/>
            <a:chOff x="0" y="0"/>
            <a:chExt cx="1209897" cy="783431"/>
          </a:xfrm>
        </p:grpSpPr>
        <p:sp>
          <p:nvSpPr>
            <p:cNvPr id="365" name="Google Shape;365;p8"/>
            <p:cNvSpPr/>
            <p:nvPr/>
          </p:nvSpPr>
          <p:spPr>
            <a:xfrm>
              <a:off x="0" y="0"/>
              <a:ext cx="1209895" cy="783427"/>
            </a:xfrm>
            <a:custGeom>
              <a:rect b="b" l="l" r="r" t="t"/>
              <a:pathLst>
                <a:path extrusionOk="0" h="783427" w="1209895">
                  <a:moveTo>
                    <a:pt x="0" y="0"/>
                  </a:moveTo>
                  <a:lnTo>
                    <a:pt x="1209895" y="0"/>
                  </a:lnTo>
                  <a:lnTo>
                    <a:pt x="1209895" y="783427"/>
                  </a:lnTo>
                  <a:lnTo>
                    <a:pt x="0" y="78342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482" l="-329" r="-101520" t="0"/>
              </a:stretch>
            </a:blipFill>
            <a:ln>
              <a:noFill/>
            </a:ln>
          </p:spPr>
        </p:sp>
        <p:sp>
          <p:nvSpPr>
            <p:cNvPr id="366" name="Google Shape;366;p8"/>
            <p:cNvSpPr txBox="1"/>
            <p:nvPr/>
          </p:nvSpPr>
          <p:spPr>
            <a:xfrm>
              <a:off x="0" y="0"/>
              <a:ext cx="1209897" cy="783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Pendiente de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revisión</a:t>
              </a:r>
              <a:endParaRPr/>
            </a:p>
          </p:txBody>
        </p:sp>
      </p:grpSp>
      <p:sp>
        <p:nvSpPr>
          <p:cNvPr id="367" name="Google Shape;367;p8"/>
          <p:cNvSpPr/>
          <p:nvPr/>
        </p:nvSpPr>
        <p:spPr>
          <a:xfrm>
            <a:off x="3615431" y="7187382"/>
            <a:ext cx="1571480" cy="715240"/>
          </a:xfrm>
          <a:custGeom>
            <a:rect b="b" l="l" r="r" t="t"/>
            <a:pathLst>
              <a:path extrusionOk="0" h="953653" w="2095307">
                <a:moveTo>
                  <a:pt x="0" y="123947"/>
                </a:moveTo>
                <a:cubicBezTo>
                  <a:pt x="0" y="55517"/>
                  <a:pt x="28650" y="0"/>
                  <a:pt x="63965" y="0"/>
                </a:cubicBezTo>
                <a:lnTo>
                  <a:pt x="2031342" y="0"/>
                </a:lnTo>
                <a:cubicBezTo>
                  <a:pt x="2066657" y="0"/>
                  <a:pt x="2095307" y="55517"/>
                  <a:pt x="2095307" y="123947"/>
                </a:cubicBezTo>
                <a:lnTo>
                  <a:pt x="2095307" y="829705"/>
                </a:lnTo>
                <a:cubicBezTo>
                  <a:pt x="2095307" y="898136"/>
                  <a:pt x="2066657" y="953653"/>
                  <a:pt x="2031342" y="953653"/>
                </a:cubicBezTo>
                <a:lnTo>
                  <a:pt x="63965" y="953653"/>
                </a:lnTo>
                <a:cubicBezTo>
                  <a:pt x="28650" y="953653"/>
                  <a:pt x="0" y="898136"/>
                  <a:pt x="0" y="829705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8"/>
          <p:cNvGrpSpPr/>
          <p:nvPr/>
        </p:nvGrpSpPr>
        <p:grpSpPr>
          <a:xfrm>
            <a:off x="3683209" y="7231795"/>
            <a:ext cx="1421328" cy="626430"/>
            <a:chOff x="0" y="0"/>
            <a:chExt cx="1895103" cy="835239"/>
          </a:xfrm>
        </p:grpSpPr>
        <p:sp>
          <p:nvSpPr>
            <p:cNvPr id="369" name="Google Shape;369;p8"/>
            <p:cNvSpPr/>
            <p:nvPr/>
          </p:nvSpPr>
          <p:spPr>
            <a:xfrm>
              <a:off x="0" y="0"/>
              <a:ext cx="1895103" cy="835239"/>
            </a:xfrm>
            <a:custGeom>
              <a:rect b="b" l="l" r="r" t="t"/>
              <a:pathLst>
                <a:path extrusionOk="0" h="835239" w="1895103">
                  <a:moveTo>
                    <a:pt x="0" y="0"/>
                  </a:moveTo>
                  <a:lnTo>
                    <a:pt x="1895103" y="0"/>
                  </a:lnTo>
                  <a:lnTo>
                    <a:pt x="1895103" y="835239"/>
                  </a:lnTo>
                  <a:lnTo>
                    <a:pt x="0" y="83523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745" l="0" r="-153994" t="-49843"/>
              </a:stretch>
            </a:blipFill>
            <a:ln>
              <a:noFill/>
            </a:ln>
          </p:spPr>
        </p:sp>
        <p:sp>
          <p:nvSpPr>
            <p:cNvPr id="370" name="Google Shape;370;p8"/>
            <p:cNvSpPr txBox="1"/>
            <p:nvPr/>
          </p:nvSpPr>
          <p:spPr>
            <a:xfrm>
              <a:off x="0" y="0"/>
              <a:ext cx="189510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Guardar datos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confirmados</a:t>
              </a:r>
              <a:endParaRPr/>
            </a:p>
          </p:txBody>
        </p:sp>
      </p:grpSp>
      <p:sp>
        <p:nvSpPr>
          <p:cNvPr id="371" name="Google Shape;371;p8"/>
          <p:cNvSpPr/>
          <p:nvPr/>
        </p:nvSpPr>
        <p:spPr>
          <a:xfrm>
            <a:off x="4373229" y="8064569"/>
            <a:ext cx="348211" cy="397575"/>
          </a:xfrm>
          <a:custGeom>
            <a:rect b="b" l="l" r="r" t="t"/>
            <a:pathLst>
              <a:path extrusionOk="0" h="329760" w="288816">
                <a:moveTo>
                  <a:pt x="0" y="164823"/>
                </a:moveTo>
                <a:cubicBezTo>
                  <a:pt x="0" y="73819"/>
                  <a:pt x="64652" y="0"/>
                  <a:pt x="144354" y="0"/>
                </a:cubicBezTo>
                <a:cubicBezTo>
                  <a:pt x="224056" y="0"/>
                  <a:pt x="288816" y="73819"/>
                  <a:pt x="288816" y="164823"/>
                </a:cubicBezTo>
                <a:cubicBezTo>
                  <a:pt x="288816" y="255826"/>
                  <a:pt x="224145" y="329760"/>
                  <a:pt x="144354" y="329760"/>
                </a:cubicBezTo>
                <a:cubicBezTo>
                  <a:pt x="64563" y="329760"/>
                  <a:pt x="0" y="255927"/>
                  <a:pt x="0" y="164823"/>
                </a:cubicBezTo>
                <a:close/>
              </a:path>
            </a:pathLst>
          </a:custGeom>
          <a:solidFill>
            <a:srgbClr val="FFFFFF"/>
          </a:solidFill>
          <a:ln cap="sq" cmpd="sng" w="34300">
            <a:solidFill>
              <a:srgbClr val="0C23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4431869" y="8131524"/>
            <a:ext cx="230786" cy="263511"/>
          </a:xfrm>
          <a:custGeom>
            <a:rect b="b" l="l" r="r" t="t"/>
            <a:pathLst>
              <a:path extrusionOk="0" h="172855" w="151389">
                <a:moveTo>
                  <a:pt x="0" y="86428"/>
                </a:moveTo>
                <a:cubicBezTo>
                  <a:pt x="0" y="38740"/>
                  <a:pt x="33929" y="0"/>
                  <a:pt x="75695" y="0"/>
                </a:cubicBezTo>
                <a:cubicBezTo>
                  <a:pt x="117460" y="0"/>
                  <a:pt x="151389" y="38740"/>
                  <a:pt x="151389" y="86428"/>
                </a:cubicBezTo>
                <a:cubicBezTo>
                  <a:pt x="151389" y="134115"/>
                  <a:pt x="117460" y="172855"/>
                  <a:pt x="75695" y="172855"/>
                </a:cubicBezTo>
                <a:cubicBezTo>
                  <a:pt x="33929" y="172855"/>
                  <a:pt x="0" y="134217"/>
                  <a:pt x="0" y="86428"/>
                </a:cubicBezTo>
                <a:close/>
              </a:path>
            </a:pathLst>
          </a:custGeom>
          <a:solidFill>
            <a:srgbClr val="0C2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9031151" y="5838292"/>
            <a:ext cx="6729357" cy="4150076"/>
          </a:xfrm>
          <a:custGeom>
            <a:rect b="b" l="l" r="r" t="t"/>
            <a:pathLst>
              <a:path extrusionOk="0" h="4150076" w="6729357">
                <a:moveTo>
                  <a:pt x="0" y="0"/>
                </a:moveTo>
                <a:lnTo>
                  <a:pt x="6729357" y="0"/>
                </a:lnTo>
                <a:lnTo>
                  <a:pt x="6729357" y="4150076"/>
                </a:lnTo>
                <a:lnTo>
                  <a:pt x="0" y="4150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p8"/>
          <p:cNvSpPr/>
          <p:nvPr/>
        </p:nvSpPr>
        <p:spPr>
          <a:xfrm>
            <a:off x="11573940" y="1839256"/>
            <a:ext cx="6373927" cy="3930878"/>
          </a:xfrm>
          <a:custGeom>
            <a:rect b="b" l="l" r="r" t="t"/>
            <a:pathLst>
              <a:path extrusionOk="0" h="3930878" w="6373927">
                <a:moveTo>
                  <a:pt x="0" y="0"/>
                </a:moveTo>
                <a:lnTo>
                  <a:pt x="6373927" y="0"/>
                </a:lnTo>
                <a:lnTo>
                  <a:pt x="6373927" y="3930878"/>
                </a:lnTo>
                <a:lnTo>
                  <a:pt x="0" y="393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8"/>
          <p:cNvSpPr txBox="1"/>
          <p:nvPr/>
        </p:nvSpPr>
        <p:spPr>
          <a:xfrm>
            <a:off x="886557" y="960298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Diseño del sistema · Actividades principales</a:t>
            </a:r>
            <a:endParaRPr/>
          </a:p>
        </p:txBody>
      </p:sp>
      <p:sp>
        <p:nvSpPr>
          <p:cNvPr id="376" name="Google Shape;376;p8"/>
          <p:cNvSpPr txBox="1"/>
          <p:nvPr/>
        </p:nvSpPr>
        <p:spPr>
          <a:xfrm>
            <a:off x="397429" y="8802402"/>
            <a:ext cx="5217170" cy="266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Carga y procesamiento inteligente de documentos</a:t>
            </a:r>
            <a:endParaRPr/>
          </a:p>
        </p:txBody>
      </p:sp>
      <p:cxnSp>
        <p:nvCxnSpPr>
          <p:cNvPr id="377" name="Google Shape;377;p8"/>
          <p:cNvCxnSpPr/>
          <p:nvPr/>
        </p:nvCxnSpPr>
        <p:spPr>
          <a:xfrm rot="10800000">
            <a:off x="1807707" y="4131343"/>
            <a:ext cx="3368" cy="655184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8"/>
          <p:cNvCxnSpPr/>
          <p:nvPr/>
        </p:nvCxnSpPr>
        <p:spPr>
          <a:xfrm>
            <a:off x="1807707" y="4769043"/>
            <a:ext cx="1762013" cy="17484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8"/>
          <p:cNvCxnSpPr/>
          <p:nvPr/>
        </p:nvCxnSpPr>
        <p:spPr>
          <a:xfrm>
            <a:off x="4981916" y="5152639"/>
            <a:ext cx="0" cy="617495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385" name="Google Shape;385;p9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386" name="Google Shape;386;p9"/>
          <p:cNvSpPr/>
          <p:nvPr/>
        </p:nvSpPr>
        <p:spPr>
          <a:xfrm>
            <a:off x="680142" y="2145702"/>
            <a:ext cx="2521603" cy="6086867"/>
          </a:xfrm>
          <a:custGeom>
            <a:rect b="b" l="l" r="r" t="t"/>
            <a:pathLst>
              <a:path extrusionOk="0" h="8115822" w="3362137">
                <a:moveTo>
                  <a:pt x="0" y="0"/>
                </a:moveTo>
                <a:lnTo>
                  <a:pt x="3362137" y="0"/>
                </a:lnTo>
                <a:lnTo>
                  <a:pt x="3362137" y="8115822"/>
                </a:lnTo>
                <a:lnTo>
                  <a:pt x="0" y="8115822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87" name="Google Shape;387;p9"/>
          <p:cNvSpPr/>
          <p:nvPr/>
        </p:nvSpPr>
        <p:spPr>
          <a:xfrm>
            <a:off x="684402" y="2150776"/>
            <a:ext cx="3362630" cy="539123"/>
          </a:xfrm>
          <a:custGeom>
            <a:rect b="b" l="l" r="r" t="t"/>
            <a:pathLst>
              <a:path extrusionOk="0" h="718831" w="4483507">
                <a:moveTo>
                  <a:pt x="0" y="0"/>
                </a:moveTo>
                <a:lnTo>
                  <a:pt x="4483507" y="0"/>
                </a:lnTo>
                <a:lnTo>
                  <a:pt x="4483507" y="718831"/>
                </a:lnTo>
                <a:lnTo>
                  <a:pt x="0" y="71883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388" name="Google Shape;388;p9"/>
          <p:cNvGrpSpPr/>
          <p:nvPr/>
        </p:nvGrpSpPr>
        <p:grpSpPr>
          <a:xfrm>
            <a:off x="684402" y="2177326"/>
            <a:ext cx="2426222" cy="445208"/>
            <a:chOff x="0" y="-9525"/>
            <a:chExt cx="3234963" cy="593610"/>
          </a:xfrm>
        </p:grpSpPr>
        <p:sp>
          <p:nvSpPr>
            <p:cNvPr id="389" name="Google Shape;389;p9"/>
            <p:cNvSpPr/>
            <p:nvPr/>
          </p:nvSpPr>
          <p:spPr>
            <a:xfrm>
              <a:off x="0" y="0"/>
              <a:ext cx="3234962" cy="584084"/>
            </a:xfrm>
            <a:custGeom>
              <a:rect b="b" l="l" r="r" t="t"/>
              <a:pathLst>
                <a:path extrusionOk="0" h="584084" w="3234962">
                  <a:moveTo>
                    <a:pt x="0" y="0"/>
                  </a:moveTo>
                  <a:lnTo>
                    <a:pt x="3234962" y="0"/>
                  </a:lnTo>
                  <a:lnTo>
                    <a:pt x="3234962" y="584084"/>
                  </a:lnTo>
                  <a:lnTo>
                    <a:pt x="0" y="5840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8468" l="0" r="-101414" t="-156258"/>
              </a:stretch>
            </a:blipFill>
            <a:ln>
              <a:noFill/>
            </a:ln>
          </p:spPr>
        </p:sp>
        <p:sp>
          <p:nvSpPr>
            <p:cNvPr id="390" name="Google Shape;390;p9"/>
            <p:cNvSpPr txBox="1"/>
            <p:nvPr/>
          </p:nvSpPr>
          <p:spPr>
            <a:xfrm>
              <a:off x="0" y="-9525"/>
              <a:ext cx="3234963" cy="59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USUARIO</a:t>
              </a:r>
              <a:endParaRPr/>
            </a:p>
          </p:txBody>
        </p:sp>
      </p:grpSp>
      <p:sp>
        <p:nvSpPr>
          <p:cNvPr id="391" name="Google Shape;391;p9"/>
          <p:cNvSpPr/>
          <p:nvPr/>
        </p:nvSpPr>
        <p:spPr>
          <a:xfrm>
            <a:off x="3195376" y="2145702"/>
            <a:ext cx="3164530" cy="6086867"/>
          </a:xfrm>
          <a:custGeom>
            <a:rect b="b" l="l" r="r" t="t"/>
            <a:pathLst>
              <a:path extrusionOk="0" h="8115822" w="4219373">
                <a:moveTo>
                  <a:pt x="0" y="0"/>
                </a:moveTo>
                <a:lnTo>
                  <a:pt x="4219373" y="0"/>
                </a:lnTo>
                <a:lnTo>
                  <a:pt x="4219373" y="8115822"/>
                </a:lnTo>
                <a:lnTo>
                  <a:pt x="0" y="8115822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2" name="Google Shape;392;p9"/>
          <p:cNvSpPr/>
          <p:nvPr/>
        </p:nvSpPr>
        <p:spPr>
          <a:xfrm>
            <a:off x="3201755" y="2150776"/>
            <a:ext cx="5067445" cy="539123"/>
          </a:xfrm>
          <a:custGeom>
            <a:rect b="b" l="l" r="r" t="t"/>
            <a:pathLst>
              <a:path extrusionOk="0" h="718831" w="6756593">
                <a:moveTo>
                  <a:pt x="0" y="0"/>
                </a:moveTo>
                <a:lnTo>
                  <a:pt x="6756593" y="0"/>
                </a:lnTo>
                <a:lnTo>
                  <a:pt x="6756593" y="718831"/>
                </a:lnTo>
                <a:lnTo>
                  <a:pt x="0" y="71883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393" name="Google Shape;393;p9"/>
          <p:cNvGrpSpPr/>
          <p:nvPr/>
        </p:nvGrpSpPr>
        <p:grpSpPr>
          <a:xfrm>
            <a:off x="3473822" y="2177326"/>
            <a:ext cx="2239979" cy="445208"/>
            <a:chOff x="0" y="-9525"/>
            <a:chExt cx="2986638" cy="593610"/>
          </a:xfrm>
        </p:grpSpPr>
        <p:sp>
          <p:nvSpPr>
            <p:cNvPr id="394" name="Google Shape;394;p9"/>
            <p:cNvSpPr/>
            <p:nvPr/>
          </p:nvSpPr>
          <p:spPr>
            <a:xfrm>
              <a:off x="0" y="0"/>
              <a:ext cx="2986638" cy="584084"/>
            </a:xfrm>
            <a:custGeom>
              <a:rect b="b" l="l" r="r" t="t"/>
              <a:pathLst>
                <a:path extrusionOk="0" h="584084" w="2986638">
                  <a:moveTo>
                    <a:pt x="0" y="0"/>
                  </a:moveTo>
                  <a:lnTo>
                    <a:pt x="2986638" y="0"/>
                  </a:lnTo>
                  <a:lnTo>
                    <a:pt x="2986638" y="584084"/>
                  </a:lnTo>
                  <a:lnTo>
                    <a:pt x="0" y="5840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4028" l="0" r="-173928" t="-211823"/>
              </a:stretch>
            </a:blipFill>
            <a:ln>
              <a:noFill/>
            </a:ln>
          </p:spPr>
        </p:sp>
        <p:sp>
          <p:nvSpPr>
            <p:cNvPr id="395" name="Google Shape;395;p9"/>
            <p:cNvSpPr txBox="1"/>
            <p:nvPr/>
          </p:nvSpPr>
          <p:spPr>
            <a:xfrm>
              <a:off x="0" y="-9525"/>
              <a:ext cx="2986634" cy="59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SISTEMA</a:t>
              </a:r>
              <a:endParaRPr/>
            </a:p>
          </p:txBody>
        </p:sp>
      </p:grpSp>
      <p:sp>
        <p:nvSpPr>
          <p:cNvPr id="396" name="Google Shape;396;p9"/>
          <p:cNvSpPr/>
          <p:nvPr/>
        </p:nvSpPr>
        <p:spPr>
          <a:xfrm>
            <a:off x="6353547" y="2145702"/>
            <a:ext cx="2797419" cy="6086867"/>
          </a:xfrm>
          <a:custGeom>
            <a:rect b="b" l="l" r="r" t="t"/>
            <a:pathLst>
              <a:path extrusionOk="0" h="8115822" w="3729893">
                <a:moveTo>
                  <a:pt x="0" y="0"/>
                </a:moveTo>
                <a:lnTo>
                  <a:pt x="3729893" y="0"/>
                </a:lnTo>
                <a:lnTo>
                  <a:pt x="3729893" y="8115822"/>
                </a:lnTo>
                <a:lnTo>
                  <a:pt x="0" y="8115822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7" name="Google Shape;397;p9"/>
          <p:cNvSpPr/>
          <p:nvPr/>
        </p:nvSpPr>
        <p:spPr>
          <a:xfrm>
            <a:off x="6359926" y="2150776"/>
            <a:ext cx="2750064" cy="539123"/>
          </a:xfrm>
          <a:custGeom>
            <a:rect b="b" l="l" r="r" t="t"/>
            <a:pathLst>
              <a:path extrusionOk="0" h="718831" w="3666752">
                <a:moveTo>
                  <a:pt x="0" y="0"/>
                </a:moveTo>
                <a:lnTo>
                  <a:pt x="3666752" y="0"/>
                </a:lnTo>
                <a:lnTo>
                  <a:pt x="3666752" y="718831"/>
                </a:lnTo>
                <a:lnTo>
                  <a:pt x="0" y="71883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398" name="Google Shape;398;p9"/>
          <p:cNvGrpSpPr/>
          <p:nvPr/>
        </p:nvGrpSpPr>
        <p:grpSpPr>
          <a:xfrm>
            <a:off x="6311938" y="2059982"/>
            <a:ext cx="2774259" cy="713599"/>
            <a:chOff x="0" y="-9525"/>
            <a:chExt cx="3699011" cy="951465"/>
          </a:xfrm>
        </p:grpSpPr>
        <p:sp>
          <p:nvSpPr>
            <p:cNvPr id="399" name="Google Shape;399;p9"/>
            <p:cNvSpPr/>
            <p:nvPr/>
          </p:nvSpPr>
          <p:spPr>
            <a:xfrm>
              <a:off x="0" y="0"/>
              <a:ext cx="3699011" cy="941938"/>
            </a:xfrm>
            <a:custGeom>
              <a:rect b="b" l="l" r="r" t="t"/>
              <a:pathLst>
                <a:path extrusionOk="0" h="941938" w="3699011">
                  <a:moveTo>
                    <a:pt x="0" y="0"/>
                  </a:moveTo>
                  <a:lnTo>
                    <a:pt x="3699011" y="0"/>
                  </a:lnTo>
                  <a:lnTo>
                    <a:pt x="3699011" y="941938"/>
                  </a:lnTo>
                  <a:lnTo>
                    <a:pt x="0" y="94193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0687" l="0" r="-112757" t="-124908"/>
              </a:stretch>
            </a:blipFill>
            <a:ln>
              <a:noFill/>
            </a:ln>
          </p:spPr>
        </p:sp>
        <p:sp>
          <p:nvSpPr>
            <p:cNvPr id="400" name="Google Shape;400;p9"/>
            <p:cNvSpPr txBox="1"/>
            <p:nvPr/>
          </p:nvSpPr>
          <p:spPr>
            <a:xfrm>
              <a:off x="0" y="-9525"/>
              <a:ext cx="3699009" cy="951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SERVICIO EXTERNO DE IA</a:t>
              </a:r>
              <a:endParaRPr/>
            </a:p>
          </p:txBody>
        </p:sp>
      </p:grpSp>
      <p:sp>
        <p:nvSpPr>
          <p:cNvPr id="401" name="Google Shape;401;p9"/>
          <p:cNvSpPr/>
          <p:nvPr/>
        </p:nvSpPr>
        <p:spPr>
          <a:xfrm>
            <a:off x="3153767" y="2150776"/>
            <a:ext cx="47501" cy="6076736"/>
          </a:xfrm>
          <a:custGeom>
            <a:rect b="b" l="l" r="r" t="t"/>
            <a:pathLst>
              <a:path extrusionOk="0" h="8102315" w="63335">
                <a:moveTo>
                  <a:pt x="0" y="0"/>
                </a:moveTo>
                <a:lnTo>
                  <a:pt x="63335" y="0"/>
                </a:lnTo>
                <a:lnTo>
                  <a:pt x="63335" y="8102315"/>
                </a:lnTo>
                <a:lnTo>
                  <a:pt x="0" y="8102315"/>
                </a:lnTo>
                <a:close/>
              </a:path>
            </a:pathLst>
          </a:custGeom>
          <a:solidFill>
            <a:srgbClr val="C5D6E9"/>
          </a:solidFill>
          <a:ln>
            <a:noFill/>
          </a:ln>
        </p:spPr>
      </p:sp>
      <p:sp>
        <p:nvSpPr>
          <p:cNvPr id="402" name="Google Shape;402;p9"/>
          <p:cNvSpPr/>
          <p:nvPr/>
        </p:nvSpPr>
        <p:spPr>
          <a:xfrm>
            <a:off x="6311938" y="2150776"/>
            <a:ext cx="47501" cy="6076736"/>
          </a:xfrm>
          <a:custGeom>
            <a:rect b="b" l="l" r="r" t="t"/>
            <a:pathLst>
              <a:path extrusionOk="0" h="8102315" w="63335">
                <a:moveTo>
                  <a:pt x="0" y="0"/>
                </a:moveTo>
                <a:lnTo>
                  <a:pt x="63335" y="0"/>
                </a:lnTo>
                <a:lnTo>
                  <a:pt x="63335" y="8102315"/>
                </a:lnTo>
                <a:lnTo>
                  <a:pt x="0" y="8102315"/>
                </a:lnTo>
                <a:close/>
              </a:path>
            </a:pathLst>
          </a:custGeom>
          <a:solidFill>
            <a:srgbClr val="C5D6E9"/>
          </a:solidFill>
          <a:ln>
            <a:noFill/>
          </a:ln>
        </p:spPr>
      </p:sp>
      <p:cxnSp>
        <p:nvCxnSpPr>
          <p:cNvPr id="403" name="Google Shape;403;p9"/>
          <p:cNvCxnSpPr/>
          <p:nvPr/>
        </p:nvCxnSpPr>
        <p:spPr>
          <a:xfrm>
            <a:off x="1940946" y="3084199"/>
            <a:ext cx="0" cy="271658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4" name="Google Shape;404;p9"/>
          <p:cNvCxnSpPr/>
          <p:nvPr/>
        </p:nvCxnSpPr>
        <p:spPr>
          <a:xfrm>
            <a:off x="5763549" y="3655918"/>
            <a:ext cx="1022784" cy="4373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5" name="Google Shape;405;p9"/>
          <p:cNvCxnSpPr/>
          <p:nvPr/>
        </p:nvCxnSpPr>
        <p:spPr>
          <a:xfrm>
            <a:off x="2885780" y="3637586"/>
            <a:ext cx="920102" cy="18332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p9"/>
          <p:cNvCxnSpPr/>
          <p:nvPr/>
        </p:nvCxnSpPr>
        <p:spPr>
          <a:xfrm>
            <a:off x="7827382" y="4015822"/>
            <a:ext cx="0" cy="443204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9"/>
          <p:cNvCxnSpPr/>
          <p:nvPr/>
        </p:nvCxnSpPr>
        <p:spPr>
          <a:xfrm rot="10800000">
            <a:off x="5763539" y="4459027"/>
            <a:ext cx="2063843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8" name="Google Shape;408;p9"/>
          <p:cNvCxnSpPr/>
          <p:nvPr/>
        </p:nvCxnSpPr>
        <p:spPr>
          <a:xfrm>
            <a:off x="4784716" y="4824523"/>
            <a:ext cx="0" cy="20533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9"/>
          <p:cNvCxnSpPr/>
          <p:nvPr/>
        </p:nvCxnSpPr>
        <p:spPr>
          <a:xfrm>
            <a:off x="5224017" y="5414660"/>
            <a:ext cx="261360" cy="0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10" name="Google Shape;410;p9"/>
          <p:cNvGrpSpPr/>
          <p:nvPr/>
        </p:nvGrpSpPr>
        <p:grpSpPr>
          <a:xfrm>
            <a:off x="5047407" y="5050846"/>
            <a:ext cx="353264" cy="225477"/>
            <a:chOff x="0" y="0"/>
            <a:chExt cx="471019" cy="300636"/>
          </a:xfrm>
        </p:grpSpPr>
        <p:sp>
          <p:nvSpPr>
            <p:cNvPr id="411" name="Google Shape;411;p9"/>
            <p:cNvSpPr/>
            <p:nvPr/>
          </p:nvSpPr>
          <p:spPr>
            <a:xfrm>
              <a:off x="0" y="0"/>
              <a:ext cx="471019" cy="300636"/>
            </a:xfrm>
            <a:custGeom>
              <a:rect b="b" l="l" r="r" t="t"/>
              <a:pathLst>
                <a:path extrusionOk="0" h="300636" w="471019">
                  <a:moveTo>
                    <a:pt x="0" y="0"/>
                  </a:moveTo>
                  <a:lnTo>
                    <a:pt x="471019" y="0"/>
                  </a:lnTo>
                  <a:lnTo>
                    <a:pt x="471019" y="300636"/>
                  </a:lnTo>
                  <a:lnTo>
                    <a:pt x="0" y="3006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100" l="0" r="-94284" t="-4519"/>
              </a:stretch>
            </a:blipFill>
            <a:ln>
              <a:noFill/>
            </a:ln>
          </p:spPr>
        </p:sp>
        <p:sp>
          <p:nvSpPr>
            <p:cNvPr id="412" name="Google Shape;412;p9"/>
            <p:cNvSpPr txBox="1"/>
            <p:nvPr/>
          </p:nvSpPr>
          <p:spPr>
            <a:xfrm>
              <a:off x="0" y="0"/>
              <a:ext cx="471016" cy="300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5D9C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/>
            </a:p>
          </p:txBody>
        </p:sp>
      </p:grpSp>
      <p:cxnSp>
        <p:nvCxnSpPr>
          <p:cNvPr id="413" name="Google Shape;413;p9"/>
          <p:cNvCxnSpPr/>
          <p:nvPr/>
        </p:nvCxnSpPr>
        <p:spPr>
          <a:xfrm>
            <a:off x="4784716" y="5799431"/>
            <a:ext cx="0" cy="293915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14" name="Google Shape;414;p9"/>
          <p:cNvGrpSpPr/>
          <p:nvPr/>
        </p:nvGrpSpPr>
        <p:grpSpPr>
          <a:xfrm>
            <a:off x="4470312" y="5822940"/>
            <a:ext cx="353264" cy="225477"/>
            <a:chOff x="0" y="0"/>
            <a:chExt cx="471019" cy="300636"/>
          </a:xfrm>
        </p:grpSpPr>
        <p:sp>
          <p:nvSpPr>
            <p:cNvPr id="415" name="Google Shape;415;p9"/>
            <p:cNvSpPr/>
            <p:nvPr/>
          </p:nvSpPr>
          <p:spPr>
            <a:xfrm>
              <a:off x="0" y="0"/>
              <a:ext cx="471019" cy="300636"/>
            </a:xfrm>
            <a:custGeom>
              <a:rect b="b" l="l" r="r" t="t"/>
              <a:pathLst>
                <a:path extrusionOk="0" h="300636" w="471019">
                  <a:moveTo>
                    <a:pt x="0" y="0"/>
                  </a:moveTo>
                  <a:lnTo>
                    <a:pt x="471019" y="0"/>
                  </a:lnTo>
                  <a:lnTo>
                    <a:pt x="471019" y="300636"/>
                  </a:lnTo>
                  <a:lnTo>
                    <a:pt x="0" y="3006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100" l="0" r="-94284" t="-4519"/>
              </a:stretch>
            </a:blipFill>
            <a:ln>
              <a:noFill/>
            </a:ln>
          </p:spPr>
        </p:sp>
        <p:sp>
          <p:nvSpPr>
            <p:cNvPr id="416" name="Google Shape;416;p9"/>
            <p:cNvSpPr txBox="1"/>
            <p:nvPr/>
          </p:nvSpPr>
          <p:spPr>
            <a:xfrm>
              <a:off x="0" y="0"/>
              <a:ext cx="471016" cy="300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5D9C"/>
                  </a:solidFill>
                  <a:latin typeface="Arial"/>
                  <a:ea typeface="Arial"/>
                  <a:cs typeface="Arial"/>
                  <a:sym typeface="Arial"/>
                </a:rPr>
                <a:t>Sí</a:t>
              </a:r>
              <a:endParaRPr/>
            </a:p>
          </p:txBody>
        </p:sp>
      </p:grpSp>
      <p:cxnSp>
        <p:nvCxnSpPr>
          <p:cNvPr id="417" name="Google Shape;417;p9"/>
          <p:cNvCxnSpPr/>
          <p:nvPr/>
        </p:nvCxnSpPr>
        <p:spPr>
          <a:xfrm>
            <a:off x="4784716" y="6666198"/>
            <a:ext cx="0" cy="201718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p9"/>
          <p:cNvCxnSpPr/>
          <p:nvPr/>
        </p:nvCxnSpPr>
        <p:spPr>
          <a:xfrm>
            <a:off x="5713798" y="7222200"/>
            <a:ext cx="1094819" cy="4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9" name="Google Shape;419;p9"/>
          <p:cNvCxnSpPr/>
          <p:nvPr/>
        </p:nvCxnSpPr>
        <p:spPr>
          <a:xfrm>
            <a:off x="7734967" y="7531091"/>
            <a:ext cx="17267" cy="331356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9"/>
          <p:cNvCxnSpPr/>
          <p:nvPr/>
        </p:nvCxnSpPr>
        <p:spPr>
          <a:xfrm rot="10800000">
            <a:off x="2809973" y="7862446"/>
            <a:ext cx="4942260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1" name="Google Shape;421;p9"/>
          <p:cNvSpPr/>
          <p:nvPr/>
        </p:nvSpPr>
        <p:spPr>
          <a:xfrm>
            <a:off x="1775488" y="2814622"/>
            <a:ext cx="330945" cy="269605"/>
          </a:xfrm>
          <a:custGeom>
            <a:rect b="b" l="l" r="r" t="t"/>
            <a:pathLst>
              <a:path extrusionOk="0" h="359475" w="441259">
                <a:moveTo>
                  <a:pt x="0" y="179682"/>
                </a:moveTo>
                <a:cubicBezTo>
                  <a:pt x="0" y="80436"/>
                  <a:pt x="98738" y="0"/>
                  <a:pt x="220566" y="0"/>
                </a:cubicBezTo>
                <a:cubicBezTo>
                  <a:pt x="342394" y="0"/>
                  <a:pt x="441259" y="80436"/>
                  <a:pt x="441259" y="179682"/>
                </a:cubicBezTo>
                <a:cubicBezTo>
                  <a:pt x="441259" y="278928"/>
                  <a:pt x="342394" y="359475"/>
                  <a:pt x="220566" y="359475"/>
                </a:cubicBezTo>
                <a:cubicBezTo>
                  <a:pt x="98738" y="359475"/>
                  <a:pt x="0" y="278928"/>
                  <a:pt x="0" y="179682"/>
                </a:cubicBezTo>
                <a:close/>
              </a:path>
            </a:pathLst>
          </a:custGeom>
          <a:solidFill>
            <a:srgbClr val="0C2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996112" y="3355858"/>
            <a:ext cx="1889736" cy="563532"/>
          </a:xfrm>
          <a:custGeom>
            <a:rect b="b" l="l" r="r" t="t"/>
            <a:pathLst>
              <a:path extrusionOk="0" h="751377" w="2519647">
                <a:moveTo>
                  <a:pt x="0" y="97700"/>
                </a:moveTo>
                <a:cubicBezTo>
                  <a:pt x="0" y="43766"/>
                  <a:pt x="36165" y="0"/>
                  <a:pt x="80733" y="0"/>
                </a:cubicBezTo>
                <a:lnTo>
                  <a:pt x="2438872" y="0"/>
                </a:lnTo>
                <a:cubicBezTo>
                  <a:pt x="2483440" y="0"/>
                  <a:pt x="2519647" y="43766"/>
                  <a:pt x="2519647" y="97700"/>
                </a:cubicBezTo>
                <a:lnTo>
                  <a:pt x="2519647" y="653640"/>
                </a:lnTo>
                <a:cubicBezTo>
                  <a:pt x="2519647" y="707574"/>
                  <a:pt x="2483440" y="751377"/>
                  <a:pt x="2438872" y="751377"/>
                </a:cubicBezTo>
                <a:lnTo>
                  <a:pt x="80733" y="751377"/>
                </a:lnTo>
                <a:cubicBezTo>
                  <a:pt x="36165" y="751259"/>
                  <a:pt x="0" y="707574"/>
                  <a:pt x="0" y="653640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9"/>
          <p:cNvGrpSpPr/>
          <p:nvPr/>
        </p:nvGrpSpPr>
        <p:grpSpPr>
          <a:xfrm>
            <a:off x="1071919" y="3341407"/>
            <a:ext cx="1738055" cy="629014"/>
            <a:chOff x="0" y="0"/>
            <a:chExt cx="2317406" cy="838686"/>
          </a:xfrm>
        </p:grpSpPr>
        <p:sp>
          <p:nvSpPr>
            <p:cNvPr id="424" name="Google Shape;424;p9"/>
            <p:cNvSpPr/>
            <p:nvPr/>
          </p:nvSpPr>
          <p:spPr>
            <a:xfrm>
              <a:off x="0" y="0"/>
              <a:ext cx="2317406" cy="838686"/>
            </a:xfrm>
            <a:custGeom>
              <a:rect b="b" l="l" r="r" t="t"/>
              <a:pathLst>
                <a:path extrusionOk="0" h="838686" w="2317406">
                  <a:moveTo>
                    <a:pt x="0" y="0"/>
                  </a:moveTo>
                  <a:lnTo>
                    <a:pt x="2317406" y="0"/>
                  </a:lnTo>
                  <a:lnTo>
                    <a:pt x="2317406" y="838686"/>
                  </a:lnTo>
                  <a:lnTo>
                    <a:pt x="0" y="83868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705" l="0" r="-94284" t="-43500"/>
              </a:stretch>
            </a:blipFill>
            <a:ln>
              <a:noFill/>
            </a:ln>
          </p:spPr>
        </p:sp>
        <p:sp>
          <p:nvSpPr>
            <p:cNvPr id="425" name="Google Shape;425;p9"/>
            <p:cNvSpPr txBox="1"/>
            <p:nvPr/>
          </p:nvSpPr>
          <p:spPr>
            <a:xfrm>
              <a:off x="0" y="0"/>
              <a:ext cx="2317406" cy="838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Escribir pregunta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financiera</a:t>
              </a:r>
              <a:endParaRPr/>
            </a:p>
          </p:txBody>
        </p:sp>
      </p:grpSp>
      <p:sp>
        <p:nvSpPr>
          <p:cNvPr id="426" name="Google Shape;426;p9"/>
          <p:cNvSpPr/>
          <p:nvPr/>
        </p:nvSpPr>
        <p:spPr>
          <a:xfrm>
            <a:off x="3805882" y="3296014"/>
            <a:ext cx="1957743" cy="719885"/>
          </a:xfrm>
          <a:custGeom>
            <a:rect b="b" l="l" r="r" t="t"/>
            <a:pathLst>
              <a:path extrusionOk="0" h="959846" w="2610323">
                <a:moveTo>
                  <a:pt x="0" y="124811"/>
                </a:moveTo>
                <a:cubicBezTo>
                  <a:pt x="0" y="55910"/>
                  <a:pt x="35168" y="0"/>
                  <a:pt x="78507" y="0"/>
                </a:cubicBezTo>
                <a:lnTo>
                  <a:pt x="2531768" y="0"/>
                </a:lnTo>
                <a:cubicBezTo>
                  <a:pt x="2575107" y="0"/>
                  <a:pt x="2610323" y="55910"/>
                  <a:pt x="2610323" y="124811"/>
                </a:cubicBezTo>
                <a:lnTo>
                  <a:pt x="2610323" y="835017"/>
                </a:lnTo>
                <a:cubicBezTo>
                  <a:pt x="2610323" y="903917"/>
                  <a:pt x="2575107" y="959846"/>
                  <a:pt x="2531768" y="959846"/>
                </a:cubicBezTo>
                <a:lnTo>
                  <a:pt x="78507" y="959846"/>
                </a:lnTo>
                <a:cubicBezTo>
                  <a:pt x="35168" y="959724"/>
                  <a:pt x="0" y="903917"/>
                  <a:pt x="0" y="835017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9"/>
          <p:cNvGrpSpPr/>
          <p:nvPr/>
        </p:nvGrpSpPr>
        <p:grpSpPr>
          <a:xfrm>
            <a:off x="3855634" y="3341407"/>
            <a:ext cx="1858164" cy="629014"/>
            <a:chOff x="0" y="0"/>
            <a:chExt cx="2477553" cy="838686"/>
          </a:xfrm>
        </p:grpSpPr>
        <p:sp>
          <p:nvSpPr>
            <p:cNvPr id="428" name="Google Shape;428;p9"/>
            <p:cNvSpPr/>
            <p:nvPr/>
          </p:nvSpPr>
          <p:spPr>
            <a:xfrm>
              <a:off x="0" y="0"/>
              <a:ext cx="2477553" cy="838686"/>
            </a:xfrm>
            <a:custGeom>
              <a:rect b="b" l="l" r="r" t="t"/>
              <a:pathLst>
                <a:path extrusionOk="0" h="838686" w="2477553">
                  <a:moveTo>
                    <a:pt x="0" y="0"/>
                  </a:moveTo>
                  <a:lnTo>
                    <a:pt x="2477553" y="0"/>
                  </a:lnTo>
                  <a:lnTo>
                    <a:pt x="2477553" y="838686"/>
                  </a:lnTo>
                  <a:lnTo>
                    <a:pt x="0" y="83868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2934" l="0" r="-94284" t="-50729"/>
              </a:stretch>
            </a:blipFill>
            <a:ln>
              <a:noFill/>
            </a:ln>
          </p:spPr>
        </p:sp>
        <p:sp>
          <p:nvSpPr>
            <p:cNvPr id="429" name="Google Shape;429;p9"/>
            <p:cNvSpPr txBox="1"/>
            <p:nvPr/>
          </p:nvSpPr>
          <p:spPr>
            <a:xfrm>
              <a:off x="0" y="0"/>
              <a:ext cx="2477551" cy="838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Enviar contexto del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notebook autorizado</a:t>
              </a:r>
              <a:endParaRPr/>
            </a:p>
          </p:txBody>
        </p:sp>
      </p:grpSp>
      <p:sp>
        <p:nvSpPr>
          <p:cNvPr id="430" name="Google Shape;430;p9"/>
          <p:cNvSpPr/>
          <p:nvPr/>
        </p:nvSpPr>
        <p:spPr>
          <a:xfrm>
            <a:off x="6799092" y="3296014"/>
            <a:ext cx="2056600" cy="719885"/>
          </a:xfrm>
          <a:custGeom>
            <a:rect b="b" l="l" r="r" t="t"/>
            <a:pathLst>
              <a:path extrusionOk="0" h="959846" w="2742134">
                <a:moveTo>
                  <a:pt x="0" y="124811"/>
                </a:moveTo>
                <a:cubicBezTo>
                  <a:pt x="0" y="55910"/>
                  <a:pt x="35168" y="0"/>
                  <a:pt x="78507" y="0"/>
                </a:cubicBezTo>
                <a:lnTo>
                  <a:pt x="2663615" y="0"/>
                </a:lnTo>
                <a:cubicBezTo>
                  <a:pt x="2706954" y="0"/>
                  <a:pt x="2742134" y="55910"/>
                  <a:pt x="2742134" y="124811"/>
                </a:cubicBezTo>
                <a:lnTo>
                  <a:pt x="2742134" y="835017"/>
                </a:lnTo>
                <a:cubicBezTo>
                  <a:pt x="2742134" y="903917"/>
                  <a:pt x="2706954" y="959846"/>
                  <a:pt x="2663615" y="959846"/>
                </a:cubicBezTo>
                <a:lnTo>
                  <a:pt x="78507" y="959846"/>
                </a:lnTo>
                <a:cubicBezTo>
                  <a:pt x="35168" y="959724"/>
                  <a:pt x="0" y="903917"/>
                  <a:pt x="0" y="835017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9"/>
          <p:cNvGrpSpPr/>
          <p:nvPr/>
        </p:nvGrpSpPr>
        <p:grpSpPr>
          <a:xfrm>
            <a:off x="6858368" y="3341407"/>
            <a:ext cx="1957078" cy="629014"/>
            <a:chOff x="0" y="0"/>
            <a:chExt cx="2609438" cy="838686"/>
          </a:xfrm>
        </p:grpSpPr>
        <p:sp>
          <p:nvSpPr>
            <p:cNvPr id="432" name="Google Shape;432;p9"/>
            <p:cNvSpPr/>
            <p:nvPr/>
          </p:nvSpPr>
          <p:spPr>
            <a:xfrm>
              <a:off x="0" y="0"/>
              <a:ext cx="2609437" cy="838686"/>
            </a:xfrm>
            <a:custGeom>
              <a:rect b="b" l="l" r="r" t="t"/>
              <a:pathLst>
                <a:path extrusionOk="0" h="838686" w="2609437">
                  <a:moveTo>
                    <a:pt x="0" y="0"/>
                  </a:moveTo>
                  <a:lnTo>
                    <a:pt x="2609437" y="0"/>
                  </a:lnTo>
                  <a:lnTo>
                    <a:pt x="2609437" y="838686"/>
                  </a:lnTo>
                  <a:lnTo>
                    <a:pt x="0" y="83868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886" l="0" r="-94284" t="-56679"/>
              </a:stretch>
            </a:blipFill>
            <a:ln>
              <a:noFill/>
            </a:ln>
          </p:spPr>
        </p:sp>
        <p:sp>
          <p:nvSpPr>
            <p:cNvPr id="433" name="Google Shape;433;p9"/>
            <p:cNvSpPr txBox="1"/>
            <p:nvPr/>
          </p:nvSpPr>
          <p:spPr>
            <a:xfrm>
              <a:off x="0" y="0"/>
              <a:ext cx="2609438" cy="838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Interpretar pregunta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y proponer consulta</a:t>
              </a:r>
              <a:endParaRPr/>
            </a:p>
          </p:txBody>
        </p:sp>
      </p:grpSp>
      <p:sp>
        <p:nvSpPr>
          <p:cNvPr id="434" name="Google Shape;434;p9"/>
          <p:cNvSpPr/>
          <p:nvPr/>
        </p:nvSpPr>
        <p:spPr>
          <a:xfrm>
            <a:off x="3805882" y="4093507"/>
            <a:ext cx="1957657" cy="731016"/>
          </a:xfrm>
          <a:custGeom>
            <a:rect b="b" l="l" r="r" t="t"/>
            <a:pathLst>
              <a:path extrusionOk="0" h="974688" w="2610209">
                <a:moveTo>
                  <a:pt x="0" y="126681"/>
                </a:moveTo>
                <a:cubicBezTo>
                  <a:pt x="0" y="56742"/>
                  <a:pt x="35691" y="0"/>
                  <a:pt x="79684" y="0"/>
                </a:cubicBezTo>
                <a:lnTo>
                  <a:pt x="2530526" y="0"/>
                </a:lnTo>
                <a:cubicBezTo>
                  <a:pt x="2574518" y="0"/>
                  <a:pt x="2610209" y="56742"/>
                  <a:pt x="2610209" y="126681"/>
                </a:cubicBezTo>
                <a:lnTo>
                  <a:pt x="2610209" y="848007"/>
                </a:lnTo>
                <a:cubicBezTo>
                  <a:pt x="2610209" y="917947"/>
                  <a:pt x="2574518" y="974688"/>
                  <a:pt x="2530526" y="974688"/>
                </a:cubicBezTo>
                <a:lnTo>
                  <a:pt x="79684" y="974688"/>
                </a:lnTo>
                <a:cubicBezTo>
                  <a:pt x="35691" y="974688"/>
                  <a:pt x="0" y="917947"/>
                  <a:pt x="0" y="848007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" name="Google Shape;435;p9"/>
          <p:cNvGrpSpPr/>
          <p:nvPr/>
        </p:nvGrpSpPr>
        <p:grpSpPr>
          <a:xfrm>
            <a:off x="3855634" y="4138908"/>
            <a:ext cx="1858164" cy="640249"/>
            <a:chOff x="0" y="0"/>
            <a:chExt cx="2477553" cy="853664"/>
          </a:xfrm>
        </p:grpSpPr>
        <p:sp>
          <p:nvSpPr>
            <p:cNvPr id="436" name="Google Shape;436;p9"/>
            <p:cNvSpPr/>
            <p:nvPr/>
          </p:nvSpPr>
          <p:spPr>
            <a:xfrm>
              <a:off x="0" y="0"/>
              <a:ext cx="2477553" cy="853664"/>
            </a:xfrm>
            <a:custGeom>
              <a:rect b="b" l="l" r="r" t="t"/>
              <a:pathLst>
                <a:path extrusionOk="0" h="853664" w="2477553">
                  <a:moveTo>
                    <a:pt x="0" y="0"/>
                  </a:moveTo>
                  <a:lnTo>
                    <a:pt x="2477553" y="0"/>
                  </a:lnTo>
                  <a:lnTo>
                    <a:pt x="2477553" y="853664"/>
                  </a:lnTo>
                  <a:lnTo>
                    <a:pt x="0" y="853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971" l="0" r="-94284" t="-48766"/>
              </a:stretch>
            </a:blipFill>
            <a:ln>
              <a:noFill/>
            </a:ln>
          </p:spPr>
        </p:sp>
        <p:sp>
          <p:nvSpPr>
            <p:cNvPr id="437" name="Google Shape;437;p9"/>
            <p:cNvSpPr txBox="1"/>
            <p:nvPr/>
          </p:nvSpPr>
          <p:spPr>
            <a:xfrm>
              <a:off x="0" y="0"/>
              <a:ext cx="2477551" cy="85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Validar tablas, permisos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y solo lectura</a:t>
              </a:r>
              <a:endParaRPr/>
            </a:p>
          </p:txBody>
        </p:sp>
      </p:grpSp>
      <p:sp>
        <p:nvSpPr>
          <p:cNvPr id="438" name="Google Shape;438;p9"/>
          <p:cNvSpPr/>
          <p:nvPr/>
        </p:nvSpPr>
        <p:spPr>
          <a:xfrm>
            <a:off x="4345394" y="5029853"/>
            <a:ext cx="878644" cy="769578"/>
          </a:xfrm>
          <a:custGeom>
            <a:rect b="b" l="l" r="r" t="t"/>
            <a:pathLst>
              <a:path extrusionOk="0" h="1026104" w="1171525">
                <a:moveTo>
                  <a:pt x="0" y="513052"/>
                </a:moveTo>
                <a:lnTo>
                  <a:pt x="585763" y="0"/>
                </a:lnTo>
                <a:lnTo>
                  <a:pt x="1171525" y="513052"/>
                </a:lnTo>
                <a:lnTo>
                  <a:pt x="585763" y="1026104"/>
                </a:lnTo>
                <a:close/>
              </a:path>
            </a:pathLst>
          </a:custGeom>
          <a:solidFill>
            <a:srgbClr val="FFFFFF"/>
          </a:solidFill>
          <a:ln cap="sq" cmpd="sng" w="32400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439" name="Google Shape;439;p9"/>
          <p:cNvGrpSpPr/>
          <p:nvPr/>
        </p:nvGrpSpPr>
        <p:grpSpPr>
          <a:xfrm>
            <a:off x="4439931" y="5160085"/>
            <a:ext cx="689570" cy="459182"/>
            <a:chOff x="0" y="0"/>
            <a:chExt cx="919427" cy="612241"/>
          </a:xfrm>
        </p:grpSpPr>
        <p:sp>
          <p:nvSpPr>
            <p:cNvPr id="440" name="Google Shape;440;p9"/>
            <p:cNvSpPr/>
            <p:nvPr/>
          </p:nvSpPr>
          <p:spPr>
            <a:xfrm>
              <a:off x="0" y="0"/>
              <a:ext cx="919426" cy="612241"/>
            </a:xfrm>
            <a:custGeom>
              <a:rect b="b" l="l" r="r" t="t"/>
              <a:pathLst>
                <a:path extrusionOk="0" h="612241" w="919426">
                  <a:moveTo>
                    <a:pt x="0" y="0"/>
                  </a:moveTo>
                  <a:lnTo>
                    <a:pt x="919426" y="0"/>
                  </a:lnTo>
                  <a:lnTo>
                    <a:pt x="919426" y="612241"/>
                  </a:lnTo>
                  <a:lnTo>
                    <a:pt x="0" y="61224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06" l="-7267" r="-101554" t="0"/>
              </a:stretch>
            </a:blipFill>
            <a:ln>
              <a:noFill/>
            </a:ln>
          </p:spPr>
        </p:sp>
        <p:sp>
          <p:nvSpPr>
            <p:cNvPr id="441" name="Google Shape;441;p9"/>
            <p:cNvSpPr txBox="1"/>
            <p:nvPr/>
          </p:nvSpPr>
          <p:spPr>
            <a:xfrm>
              <a:off x="0" y="0"/>
              <a:ext cx="919427" cy="612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¿Válida?</a:t>
              </a:r>
              <a:endParaRPr/>
            </a:p>
          </p:txBody>
        </p:sp>
      </p:grpSp>
      <p:sp>
        <p:nvSpPr>
          <p:cNvPr id="442" name="Google Shape;442;p9"/>
          <p:cNvSpPr/>
          <p:nvPr/>
        </p:nvSpPr>
        <p:spPr>
          <a:xfrm>
            <a:off x="5435626" y="5097343"/>
            <a:ext cx="841335" cy="467373"/>
          </a:xfrm>
          <a:custGeom>
            <a:rect b="b" l="l" r="r" t="t"/>
            <a:pathLst>
              <a:path extrusionOk="0" h="623163" w="1121780">
                <a:moveTo>
                  <a:pt x="0" y="80983"/>
                </a:moveTo>
                <a:cubicBezTo>
                  <a:pt x="0" y="36244"/>
                  <a:pt x="33468" y="0"/>
                  <a:pt x="74781" y="0"/>
                </a:cubicBezTo>
                <a:lnTo>
                  <a:pt x="1046999" y="0"/>
                </a:lnTo>
                <a:cubicBezTo>
                  <a:pt x="1088312" y="0"/>
                  <a:pt x="1121780" y="36244"/>
                  <a:pt x="1121780" y="80983"/>
                </a:cubicBezTo>
                <a:lnTo>
                  <a:pt x="1121780" y="542174"/>
                </a:lnTo>
                <a:cubicBezTo>
                  <a:pt x="1121780" y="586913"/>
                  <a:pt x="1088312" y="623163"/>
                  <a:pt x="1046999" y="623163"/>
                </a:cubicBezTo>
                <a:lnTo>
                  <a:pt x="74781" y="623163"/>
                </a:lnTo>
                <a:cubicBezTo>
                  <a:pt x="33468" y="623163"/>
                  <a:pt x="0" y="586913"/>
                  <a:pt x="0" y="542174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3" name="Google Shape;443;p9"/>
          <p:cNvGrpSpPr/>
          <p:nvPr/>
        </p:nvGrpSpPr>
        <p:grpSpPr>
          <a:xfrm>
            <a:off x="5485377" y="5023948"/>
            <a:ext cx="741852" cy="595317"/>
            <a:chOff x="0" y="0"/>
            <a:chExt cx="989136" cy="793756"/>
          </a:xfrm>
        </p:grpSpPr>
        <p:sp>
          <p:nvSpPr>
            <p:cNvPr id="444" name="Google Shape;444;p9"/>
            <p:cNvSpPr/>
            <p:nvPr/>
          </p:nvSpPr>
          <p:spPr>
            <a:xfrm>
              <a:off x="0" y="0"/>
              <a:ext cx="989136" cy="793753"/>
            </a:xfrm>
            <a:custGeom>
              <a:rect b="b" l="l" r="r" t="t"/>
              <a:pathLst>
                <a:path extrusionOk="0" h="793753" w="989136">
                  <a:moveTo>
                    <a:pt x="0" y="0"/>
                  </a:moveTo>
                  <a:lnTo>
                    <a:pt x="989136" y="0"/>
                  </a:lnTo>
                  <a:lnTo>
                    <a:pt x="989136" y="793753"/>
                  </a:lnTo>
                  <a:lnTo>
                    <a:pt x="0" y="79375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08" l="-28683" r="-122965" t="0"/>
              </a:stretch>
            </a:blipFill>
            <a:ln>
              <a:noFill/>
            </a:ln>
          </p:spPr>
        </p:sp>
        <p:sp>
          <p:nvSpPr>
            <p:cNvPr id="445" name="Google Shape;445;p9"/>
            <p:cNvSpPr txBox="1"/>
            <p:nvPr/>
          </p:nvSpPr>
          <p:spPr>
            <a:xfrm>
              <a:off x="0" y="0"/>
              <a:ext cx="989135" cy="793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Rechazar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consulta</a:t>
              </a:r>
              <a:endParaRPr/>
            </a:p>
          </p:txBody>
        </p:sp>
      </p:grpSp>
      <p:sp>
        <p:nvSpPr>
          <p:cNvPr id="446" name="Google Shape;446;p9"/>
          <p:cNvSpPr/>
          <p:nvPr/>
        </p:nvSpPr>
        <p:spPr>
          <a:xfrm>
            <a:off x="3805882" y="6047945"/>
            <a:ext cx="1957657" cy="663681"/>
          </a:xfrm>
          <a:custGeom>
            <a:rect b="b" l="l" r="r" t="t"/>
            <a:pathLst>
              <a:path extrusionOk="0" h="884909" w="2610209">
                <a:moveTo>
                  <a:pt x="0" y="115042"/>
                </a:moveTo>
                <a:cubicBezTo>
                  <a:pt x="0" y="51546"/>
                  <a:pt x="32423" y="0"/>
                  <a:pt x="72362" y="0"/>
                </a:cubicBezTo>
                <a:lnTo>
                  <a:pt x="2537847" y="0"/>
                </a:lnTo>
                <a:cubicBezTo>
                  <a:pt x="2577787" y="0"/>
                  <a:pt x="2610209" y="51546"/>
                  <a:pt x="2610209" y="115042"/>
                </a:cubicBezTo>
                <a:lnTo>
                  <a:pt x="2610209" y="769857"/>
                </a:lnTo>
                <a:cubicBezTo>
                  <a:pt x="2610209" y="833354"/>
                  <a:pt x="2577786" y="884909"/>
                  <a:pt x="2537847" y="884909"/>
                </a:cubicBezTo>
                <a:lnTo>
                  <a:pt x="72362" y="884909"/>
                </a:lnTo>
                <a:cubicBezTo>
                  <a:pt x="32423" y="884909"/>
                  <a:pt x="0" y="833354"/>
                  <a:pt x="0" y="769857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9"/>
          <p:cNvGrpSpPr/>
          <p:nvPr/>
        </p:nvGrpSpPr>
        <p:grpSpPr>
          <a:xfrm>
            <a:off x="3855634" y="6093346"/>
            <a:ext cx="1858164" cy="572856"/>
            <a:chOff x="0" y="0"/>
            <a:chExt cx="2477553" cy="763808"/>
          </a:xfrm>
        </p:grpSpPr>
        <p:sp>
          <p:nvSpPr>
            <p:cNvPr id="448" name="Google Shape;448;p9"/>
            <p:cNvSpPr/>
            <p:nvPr/>
          </p:nvSpPr>
          <p:spPr>
            <a:xfrm>
              <a:off x="0" y="0"/>
              <a:ext cx="2477553" cy="763808"/>
            </a:xfrm>
            <a:custGeom>
              <a:rect b="b" l="l" r="r" t="t"/>
              <a:pathLst>
                <a:path extrusionOk="0" h="763808" w="2477553">
                  <a:moveTo>
                    <a:pt x="0" y="0"/>
                  </a:moveTo>
                  <a:lnTo>
                    <a:pt x="2477553" y="0"/>
                  </a:lnTo>
                  <a:lnTo>
                    <a:pt x="2477553" y="763808"/>
                  </a:lnTo>
                  <a:lnTo>
                    <a:pt x="0" y="763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3894" l="0" r="-94284" t="-61691"/>
              </a:stretch>
            </a:blipFill>
            <a:ln>
              <a:noFill/>
            </a:ln>
          </p:spPr>
        </p:sp>
        <p:sp>
          <p:nvSpPr>
            <p:cNvPr id="449" name="Google Shape;449;p9"/>
            <p:cNvSpPr txBox="1"/>
            <p:nvPr/>
          </p:nvSpPr>
          <p:spPr>
            <a:xfrm>
              <a:off x="0" y="0"/>
              <a:ext cx="2477551" cy="763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Consultar la BD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operacional</a:t>
              </a:r>
              <a:endParaRPr/>
            </a:p>
          </p:txBody>
        </p:sp>
      </p:grpSp>
      <p:sp>
        <p:nvSpPr>
          <p:cNvPr id="450" name="Google Shape;450;p9"/>
          <p:cNvSpPr/>
          <p:nvPr/>
        </p:nvSpPr>
        <p:spPr>
          <a:xfrm>
            <a:off x="3805882" y="6867916"/>
            <a:ext cx="1957657" cy="708569"/>
          </a:xfrm>
          <a:custGeom>
            <a:rect b="b" l="l" r="r" t="t"/>
            <a:pathLst>
              <a:path extrusionOk="0" h="944759" w="2610209">
                <a:moveTo>
                  <a:pt x="0" y="122836"/>
                </a:moveTo>
                <a:cubicBezTo>
                  <a:pt x="0" y="54975"/>
                  <a:pt x="34580" y="0"/>
                  <a:pt x="77265" y="0"/>
                </a:cubicBezTo>
                <a:lnTo>
                  <a:pt x="2532944" y="0"/>
                </a:lnTo>
                <a:cubicBezTo>
                  <a:pt x="2575629" y="0"/>
                  <a:pt x="2610209" y="54975"/>
                  <a:pt x="2610209" y="122836"/>
                </a:cubicBezTo>
                <a:lnTo>
                  <a:pt x="2610209" y="821922"/>
                </a:lnTo>
                <a:cubicBezTo>
                  <a:pt x="2610209" y="889784"/>
                  <a:pt x="2575629" y="944759"/>
                  <a:pt x="2532944" y="944759"/>
                </a:cubicBezTo>
                <a:lnTo>
                  <a:pt x="77265" y="944759"/>
                </a:lnTo>
                <a:cubicBezTo>
                  <a:pt x="34580" y="944759"/>
                  <a:pt x="0" y="889784"/>
                  <a:pt x="0" y="821922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" name="Google Shape;451;p9"/>
          <p:cNvGrpSpPr/>
          <p:nvPr/>
        </p:nvGrpSpPr>
        <p:grpSpPr>
          <a:xfrm>
            <a:off x="3855634" y="6913309"/>
            <a:ext cx="1858164" cy="617782"/>
            <a:chOff x="0" y="0"/>
            <a:chExt cx="2477553" cy="823709"/>
          </a:xfrm>
        </p:grpSpPr>
        <p:sp>
          <p:nvSpPr>
            <p:cNvPr id="452" name="Google Shape;452;p9"/>
            <p:cNvSpPr/>
            <p:nvPr/>
          </p:nvSpPr>
          <p:spPr>
            <a:xfrm>
              <a:off x="0" y="0"/>
              <a:ext cx="2477553" cy="823708"/>
            </a:xfrm>
            <a:custGeom>
              <a:rect b="b" l="l" r="r" t="t"/>
              <a:pathLst>
                <a:path extrusionOk="0" h="823708" w="2477553">
                  <a:moveTo>
                    <a:pt x="0" y="0"/>
                  </a:moveTo>
                  <a:lnTo>
                    <a:pt x="2477553" y="0"/>
                  </a:lnTo>
                  <a:lnTo>
                    <a:pt x="2477553" y="823708"/>
                  </a:lnTo>
                  <a:lnTo>
                    <a:pt x="0" y="8237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968" l="0" r="-94284" t="-52760"/>
              </a:stretch>
            </a:blipFill>
            <a:ln>
              <a:noFill/>
            </a:ln>
          </p:spPr>
        </p:sp>
        <p:sp>
          <p:nvSpPr>
            <p:cNvPr id="453" name="Google Shape;453;p9"/>
            <p:cNvSpPr txBox="1"/>
            <p:nvPr/>
          </p:nvSpPr>
          <p:spPr>
            <a:xfrm>
              <a:off x="0" y="0"/>
              <a:ext cx="2477551" cy="823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ETL + DW: actualizar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dashboard y KPI</a:t>
              </a:r>
              <a:endParaRPr/>
            </a:p>
          </p:txBody>
        </p:sp>
      </p:grpSp>
      <p:sp>
        <p:nvSpPr>
          <p:cNvPr id="454" name="Google Shape;454;p9"/>
          <p:cNvSpPr/>
          <p:nvPr/>
        </p:nvSpPr>
        <p:spPr>
          <a:xfrm>
            <a:off x="6808617" y="6867916"/>
            <a:ext cx="2056600" cy="708569"/>
          </a:xfrm>
          <a:custGeom>
            <a:rect b="b" l="l" r="r" t="t"/>
            <a:pathLst>
              <a:path extrusionOk="0" h="944759" w="2742134">
                <a:moveTo>
                  <a:pt x="0" y="122836"/>
                </a:moveTo>
                <a:cubicBezTo>
                  <a:pt x="0" y="54975"/>
                  <a:pt x="34580" y="0"/>
                  <a:pt x="77265" y="0"/>
                </a:cubicBezTo>
                <a:lnTo>
                  <a:pt x="2664857" y="0"/>
                </a:lnTo>
                <a:cubicBezTo>
                  <a:pt x="2707542" y="0"/>
                  <a:pt x="2742134" y="54975"/>
                  <a:pt x="2742134" y="122836"/>
                </a:cubicBezTo>
                <a:lnTo>
                  <a:pt x="2742134" y="821922"/>
                </a:lnTo>
                <a:cubicBezTo>
                  <a:pt x="2742134" y="889784"/>
                  <a:pt x="2707542" y="944759"/>
                  <a:pt x="2664857" y="944759"/>
                </a:cubicBezTo>
                <a:lnTo>
                  <a:pt x="77265" y="944759"/>
                </a:lnTo>
                <a:cubicBezTo>
                  <a:pt x="34580" y="944759"/>
                  <a:pt x="0" y="889784"/>
                  <a:pt x="0" y="821922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" name="Google Shape;455;p9"/>
          <p:cNvGrpSpPr/>
          <p:nvPr/>
        </p:nvGrpSpPr>
        <p:grpSpPr>
          <a:xfrm>
            <a:off x="6858368" y="6913309"/>
            <a:ext cx="1957078" cy="617782"/>
            <a:chOff x="0" y="0"/>
            <a:chExt cx="2609438" cy="823709"/>
          </a:xfrm>
        </p:grpSpPr>
        <p:sp>
          <p:nvSpPr>
            <p:cNvPr id="456" name="Google Shape;456;p9"/>
            <p:cNvSpPr/>
            <p:nvPr/>
          </p:nvSpPr>
          <p:spPr>
            <a:xfrm>
              <a:off x="0" y="0"/>
              <a:ext cx="2609437" cy="823708"/>
            </a:xfrm>
            <a:custGeom>
              <a:rect b="b" l="l" r="r" t="t"/>
              <a:pathLst>
                <a:path extrusionOk="0" h="823708" w="2609437">
                  <a:moveTo>
                    <a:pt x="0" y="0"/>
                  </a:moveTo>
                  <a:lnTo>
                    <a:pt x="2609437" y="0"/>
                  </a:lnTo>
                  <a:lnTo>
                    <a:pt x="2609437" y="823708"/>
                  </a:lnTo>
                  <a:lnTo>
                    <a:pt x="0" y="8237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028" l="0" r="-94284" t="-58820"/>
              </a:stretch>
            </a:blipFill>
            <a:ln>
              <a:noFill/>
            </a:ln>
          </p:spPr>
        </p:sp>
        <p:sp>
          <p:nvSpPr>
            <p:cNvPr id="457" name="Google Shape;457;p9"/>
            <p:cNvSpPr txBox="1"/>
            <p:nvPr/>
          </p:nvSpPr>
          <p:spPr>
            <a:xfrm>
              <a:off x="0" y="0"/>
              <a:ext cx="2609438" cy="823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Generar respuesta</a:t>
              </a:r>
              <a:endParaRPr/>
            </a:p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en lenguaje natural</a:t>
              </a:r>
              <a:endParaRPr/>
            </a:p>
          </p:txBody>
        </p:sp>
      </p:grpSp>
      <p:sp>
        <p:nvSpPr>
          <p:cNvPr id="458" name="Google Shape;458;p9"/>
          <p:cNvSpPr/>
          <p:nvPr/>
        </p:nvSpPr>
        <p:spPr>
          <a:xfrm>
            <a:off x="1022167" y="7586789"/>
            <a:ext cx="1837625" cy="551369"/>
          </a:xfrm>
          <a:custGeom>
            <a:rect b="b" l="l" r="r" t="t"/>
            <a:pathLst>
              <a:path extrusionOk="0" h="735159" w="2450166">
                <a:moveTo>
                  <a:pt x="0" y="95609"/>
                </a:moveTo>
                <a:cubicBezTo>
                  <a:pt x="0" y="42816"/>
                  <a:pt x="26932" y="0"/>
                  <a:pt x="60139" y="0"/>
                </a:cubicBezTo>
                <a:lnTo>
                  <a:pt x="2389984" y="0"/>
                </a:lnTo>
                <a:cubicBezTo>
                  <a:pt x="2423191" y="0"/>
                  <a:pt x="2450166" y="42816"/>
                  <a:pt x="2450166" y="95609"/>
                </a:cubicBezTo>
                <a:lnTo>
                  <a:pt x="2450166" y="639539"/>
                </a:lnTo>
                <a:cubicBezTo>
                  <a:pt x="2450166" y="692331"/>
                  <a:pt x="2423191" y="735159"/>
                  <a:pt x="2389984" y="735159"/>
                </a:cubicBezTo>
                <a:lnTo>
                  <a:pt x="60139" y="735159"/>
                </a:lnTo>
                <a:cubicBezTo>
                  <a:pt x="26932" y="735159"/>
                  <a:pt x="0" y="692331"/>
                  <a:pt x="0" y="639539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9"/>
          <p:cNvGrpSpPr/>
          <p:nvPr/>
        </p:nvGrpSpPr>
        <p:grpSpPr>
          <a:xfrm>
            <a:off x="1071919" y="7632182"/>
            <a:ext cx="1738055" cy="460529"/>
            <a:chOff x="0" y="0"/>
            <a:chExt cx="2317406" cy="614040"/>
          </a:xfrm>
        </p:grpSpPr>
        <p:sp>
          <p:nvSpPr>
            <p:cNvPr id="460" name="Google Shape;460;p9"/>
            <p:cNvSpPr/>
            <p:nvPr/>
          </p:nvSpPr>
          <p:spPr>
            <a:xfrm>
              <a:off x="0" y="0"/>
              <a:ext cx="2317406" cy="614040"/>
            </a:xfrm>
            <a:custGeom>
              <a:rect b="b" l="l" r="r" t="t"/>
              <a:pathLst>
                <a:path extrusionOk="0" h="614040" w="2317406">
                  <a:moveTo>
                    <a:pt x="0" y="0"/>
                  </a:moveTo>
                  <a:lnTo>
                    <a:pt x="2317406" y="0"/>
                  </a:lnTo>
                  <a:lnTo>
                    <a:pt x="2317406" y="614040"/>
                  </a:lnTo>
                  <a:lnTo>
                    <a:pt x="0" y="614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3972" l="0" r="-94284" t="-81767"/>
              </a:stretch>
            </a:blipFill>
            <a:ln>
              <a:noFill/>
            </a:ln>
          </p:spPr>
        </p:sp>
        <p:sp>
          <p:nvSpPr>
            <p:cNvPr id="461" name="Google Shape;461;p9"/>
            <p:cNvSpPr txBox="1"/>
            <p:nvPr/>
          </p:nvSpPr>
          <p:spPr>
            <a:xfrm>
              <a:off x="0" y="0"/>
              <a:ext cx="2317406" cy="614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Ver resultados y KPI</a:t>
              </a:r>
              <a:endParaRPr/>
            </a:p>
          </p:txBody>
        </p:sp>
      </p:grpSp>
      <p:sp>
        <p:nvSpPr>
          <p:cNvPr id="462" name="Google Shape;462;p9"/>
          <p:cNvSpPr/>
          <p:nvPr/>
        </p:nvSpPr>
        <p:spPr>
          <a:xfrm>
            <a:off x="9350417" y="2150776"/>
            <a:ext cx="7908883" cy="4877504"/>
          </a:xfrm>
          <a:custGeom>
            <a:rect b="b" l="l" r="r" t="t"/>
            <a:pathLst>
              <a:path extrusionOk="0" h="4877504" w="7908883">
                <a:moveTo>
                  <a:pt x="0" y="0"/>
                </a:moveTo>
                <a:lnTo>
                  <a:pt x="7908883" y="0"/>
                </a:lnTo>
                <a:lnTo>
                  <a:pt x="7908883" y="4877504"/>
                </a:lnTo>
                <a:lnTo>
                  <a:pt x="0" y="4877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p9"/>
          <p:cNvSpPr txBox="1"/>
          <p:nvPr/>
        </p:nvSpPr>
        <p:spPr>
          <a:xfrm>
            <a:off x="886557" y="960298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Diseño del sistema · Actividades principales</a:t>
            </a:r>
            <a:endParaRPr/>
          </a:p>
        </p:txBody>
      </p:sp>
      <p:sp>
        <p:nvSpPr>
          <p:cNvPr id="464" name="Google Shape;464;p9"/>
          <p:cNvSpPr txBox="1"/>
          <p:nvPr/>
        </p:nvSpPr>
        <p:spPr>
          <a:xfrm>
            <a:off x="666331" y="8337343"/>
            <a:ext cx="8926339" cy="266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ChatBot: Consulta de solo lectura, analítica mediante ETL y respuesta conversacional.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470" name="Google Shape;470;p10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471" name="Google Shape;471;p10"/>
          <p:cNvSpPr/>
          <p:nvPr/>
        </p:nvSpPr>
        <p:spPr>
          <a:xfrm>
            <a:off x="696181" y="2148897"/>
            <a:ext cx="3039376" cy="7438549"/>
          </a:xfrm>
          <a:custGeom>
            <a:rect b="b" l="l" r="r" t="t"/>
            <a:pathLst>
              <a:path extrusionOk="0" h="9918065" w="4052502">
                <a:moveTo>
                  <a:pt x="0" y="0"/>
                </a:moveTo>
                <a:lnTo>
                  <a:pt x="4052502" y="0"/>
                </a:lnTo>
                <a:lnTo>
                  <a:pt x="4052502" y="9918065"/>
                </a:lnTo>
                <a:lnTo>
                  <a:pt x="0" y="9918065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2" name="Google Shape;472;p10"/>
          <p:cNvSpPr/>
          <p:nvPr/>
        </p:nvSpPr>
        <p:spPr>
          <a:xfrm>
            <a:off x="686333" y="2155098"/>
            <a:ext cx="3034871" cy="658844"/>
          </a:xfrm>
          <a:custGeom>
            <a:rect b="b" l="l" r="r" t="t"/>
            <a:pathLst>
              <a:path extrusionOk="0" h="878459" w="4046495">
                <a:moveTo>
                  <a:pt x="0" y="0"/>
                </a:moveTo>
                <a:lnTo>
                  <a:pt x="4046495" y="0"/>
                </a:lnTo>
                <a:lnTo>
                  <a:pt x="4046495" y="878459"/>
                </a:lnTo>
                <a:lnTo>
                  <a:pt x="0" y="878459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473" name="Google Shape;473;p10"/>
          <p:cNvGrpSpPr/>
          <p:nvPr/>
        </p:nvGrpSpPr>
        <p:grpSpPr>
          <a:xfrm>
            <a:off x="686333" y="2189131"/>
            <a:ext cx="3034886" cy="542486"/>
            <a:chOff x="0" y="-9525"/>
            <a:chExt cx="4046514" cy="723315"/>
          </a:xfrm>
        </p:grpSpPr>
        <p:sp>
          <p:nvSpPr>
            <p:cNvPr id="474" name="Google Shape;474;p10"/>
            <p:cNvSpPr/>
            <p:nvPr/>
          </p:nvSpPr>
          <p:spPr>
            <a:xfrm>
              <a:off x="0" y="0"/>
              <a:ext cx="4046514" cy="713789"/>
            </a:xfrm>
            <a:custGeom>
              <a:rect b="b" l="l" r="r" t="t"/>
              <a:pathLst>
                <a:path extrusionOk="0" h="713789" w="4046514">
                  <a:moveTo>
                    <a:pt x="0" y="0"/>
                  </a:moveTo>
                  <a:lnTo>
                    <a:pt x="4046514" y="0"/>
                  </a:lnTo>
                  <a:lnTo>
                    <a:pt x="4046514" y="713789"/>
                  </a:lnTo>
                  <a:lnTo>
                    <a:pt x="0" y="7137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8018" l="0" r="-178839" t="-258011"/>
              </a:stretch>
            </a:blipFill>
            <a:ln>
              <a:noFill/>
            </a:ln>
          </p:spPr>
        </p:sp>
        <p:sp>
          <p:nvSpPr>
            <p:cNvPr id="475" name="Google Shape;475;p10"/>
            <p:cNvSpPr txBox="1"/>
            <p:nvPr/>
          </p:nvSpPr>
          <p:spPr>
            <a:xfrm>
              <a:off x="0" y="-9525"/>
              <a:ext cx="4046513" cy="72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USUARIO</a:t>
              </a:r>
              <a:endParaRPr/>
            </a:p>
          </p:txBody>
        </p:sp>
      </p:grpSp>
      <p:sp>
        <p:nvSpPr>
          <p:cNvPr id="476" name="Google Shape;476;p10"/>
          <p:cNvSpPr/>
          <p:nvPr/>
        </p:nvSpPr>
        <p:spPr>
          <a:xfrm>
            <a:off x="3718996" y="2196275"/>
            <a:ext cx="3039376" cy="7438549"/>
          </a:xfrm>
          <a:custGeom>
            <a:rect b="b" l="l" r="r" t="t"/>
            <a:pathLst>
              <a:path extrusionOk="0" h="9918065" w="4052502">
                <a:moveTo>
                  <a:pt x="0" y="0"/>
                </a:moveTo>
                <a:lnTo>
                  <a:pt x="4052502" y="0"/>
                </a:lnTo>
                <a:lnTo>
                  <a:pt x="4052502" y="9918065"/>
                </a:lnTo>
                <a:lnTo>
                  <a:pt x="0" y="9918065"/>
                </a:lnTo>
                <a:close/>
              </a:path>
            </a:pathLst>
          </a:custGeom>
          <a:solidFill>
            <a:srgbClr val="F2F6FB"/>
          </a:solidFill>
          <a:ln cap="sq" cmpd="sng" w="12375">
            <a:solidFill>
              <a:srgbClr val="C5D6E9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7" name="Google Shape;477;p10"/>
          <p:cNvSpPr/>
          <p:nvPr/>
        </p:nvSpPr>
        <p:spPr>
          <a:xfrm>
            <a:off x="3721218" y="2155098"/>
            <a:ext cx="3034871" cy="658844"/>
          </a:xfrm>
          <a:custGeom>
            <a:rect b="b" l="l" r="r" t="t"/>
            <a:pathLst>
              <a:path extrusionOk="0" h="878459" w="4046495">
                <a:moveTo>
                  <a:pt x="0" y="0"/>
                </a:moveTo>
                <a:lnTo>
                  <a:pt x="4046495" y="0"/>
                </a:lnTo>
                <a:lnTo>
                  <a:pt x="4046495" y="878459"/>
                </a:lnTo>
                <a:lnTo>
                  <a:pt x="0" y="878459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grpSp>
        <p:nvGrpSpPr>
          <p:cNvPr id="478" name="Google Shape;478;p10"/>
          <p:cNvGrpSpPr/>
          <p:nvPr/>
        </p:nvGrpSpPr>
        <p:grpSpPr>
          <a:xfrm>
            <a:off x="3721218" y="2189131"/>
            <a:ext cx="3034886" cy="542486"/>
            <a:chOff x="0" y="-9525"/>
            <a:chExt cx="4046514" cy="723315"/>
          </a:xfrm>
        </p:grpSpPr>
        <p:sp>
          <p:nvSpPr>
            <p:cNvPr id="479" name="Google Shape;479;p10"/>
            <p:cNvSpPr/>
            <p:nvPr/>
          </p:nvSpPr>
          <p:spPr>
            <a:xfrm>
              <a:off x="0" y="0"/>
              <a:ext cx="4046514" cy="713789"/>
            </a:xfrm>
            <a:custGeom>
              <a:rect b="b" l="l" r="r" t="t"/>
              <a:pathLst>
                <a:path extrusionOk="0" h="713789" w="4046514">
                  <a:moveTo>
                    <a:pt x="0" y="0"/>
                  </a:moveTo>
                  <a:lnTo>
                    <a:pt x="4046514" y="0"/>
                  </a:lnTo>
                  <a:lnTo>
                    <a:pt x="4046514" y="713789"/>
                  </a:lnTo>
                  <a:lnTo>
                    <a:pt x="0" y="7137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8018" l="0" r="-178839" t="-258011"/>
              </a:stretch>
            </a:blipFill>
            <a:ln>
              <a:noFill/>
            </a:ln>
          </p:spPr>
        </p:sp>
        <p:sp>
          <p:nvSpPr>
            <p:cNvPr id="480" name="Google Shape;480;p10"/>
            <p:cNvSpPr txBox="1"/>
            <p:nvPr/>
          </p:nvSpPr>
          <p:spPr>
            <a:xfrm>
              <a:off x="0" y="-9525"/>
              <a:ext cx="4046513" cy="72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SISTEMA</a:t>
              </a:r>
              <a:endParaRPr/>
            </a:p>
          </p:txBody>
        </p:sp>
      </p:grpSp>
      <p:sp>
        <p:nvSpPr>
          <p:cNvPr id="481" name="Google Shape;481;p10"/>
          <p:cNvSpPr/>
          <p:nvPr/>
        </p:nvSpPr>
        <p:spPr>
          <a:xfrm>
            <a:off x="3675564" y="2155098"/>
            <a:ext cx="47501" cy="7426167"/>
          </a:xfrm>
          <a:custGeom>
            <a:rect b="b" l="l" r="r" t="t"/>
            <a:pathLst>
              <a:path extrusionOk="0" h="9901555" w="63335">
                <a:moveTo>
                  <a:pt x="0" y="0"/>
                </a:moveTo>
                <a:lnTo>
                  <a:pt x="63335" y="0"/>
                </a:lnTo>
                <a:lnTo>
                  <a:pt x="63335" y="9901555"/>
                </a:lnTo>
                <a:lnTo>
                  <a:pt x="0" y="9901555"/>
                </a:lnTo>
                <a:close/>
              </a:path>
            </a:pathLst>
          </a:custGeom>
          <a:solidFill>
            <a:srgbClr val="C5D6E9"/>
          </a:solidFill>
          <a:ln>
            <a:noFill/>
          </a:ln>
        </p:spPr>
      </p:sp>
      <p:cxnSp>
        <p:nvCxnSpPr>
          <p:cNvPr id="482" name="Google Shape;482;p10"/>
          <p:cNvCxnSpPr/>
          <p:nvPr/>
        </p:nvCxnSpPr>
        <p:spPr>
          <a:xfrm flipH="1">
            <a:off x="2202548" y="3332493"/>
            <a:ext cx="24098" cy="236458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10"/>
          <p:cNvCxnSpPr/>
          <p:nvPr/>
        </p:nvCxnSpPr>
        <p:spPr>
          <a:xfrm>
            <a:off x="3069137" y="3960157"/>
            <a:ext cx="1316107" cy="2593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10"/>
          <p:cNvCxnSpPr/>
          <p:nvPr/>
        </p:nvCxnSpPr>
        <p:spPr>
          <a:xfrm flipH="1">
            <a:off x="5233056" y="4351374"/>
            <a:ext cx="6836" cy="37937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0"/>
          <p:cNvCxnSpPr/>
          <p:nvPr/>
        </p:nvCxnSpPr>
        <p:spPr>
          <a:xfrm rot="10800000">
            <a:off x="2209405" y="4730744"/>
            <a:ext cx="3029256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10"/>
          <p:cNvCxnSpPr/>
          <p:nvPr/>
        </p:nvCxnSpPr>
        <p:spPr>
          <a:xfrm flipH="1">
            <a:off x="2202548" y="4730744"/>
            <a:ext cx="6857" cy="457961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" name="Google Shape;487;p10"/>
          <p:cNvCxnSpPr/>
          <p:nvPr/>
        </p:nvCxnSpPr>
        <p:spPr>
          <a:xfrm>
            <a:off x="3069137" y="5579912"/>
            <a:ext cx="1304146" cy="6863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10"/>
          <p:cNvCxnSpPr/>
          <p:nvPr/>
        </p:nvCxnSpPr>
        <p:spPr>
          <a:xfrm flipH="1">
            <a:off x="5238661" y="6040288"/>
            <a:ext cx="1233" cy="111169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10"/>
          <p:cNvCxnSpPr/>
          <p:nvPr/>
        </p:nvCxnSpPr>
        <p:spPr>
          <a:xfrm rot="10800000">
            <a:off x="2215846" y="6151458"/>
            <a:ext cx="3022815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10"/>
          <p:cNvCxnSpPr/>
          <p:nvPr/>
        </p:nvCxnSpPr>
        <p:spPr>
          <a:xfrm flipH="1">
            <a:off x="2214473" y="6151458"/>
            <a:ext cx="21" cy="154448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1" name="Google Shape;491;p10"/>
          <p:cNvCxnSpPr/>
          <p:nvPr/>
        </p:nvCxnSpPr>
        <p:spPr>
          <a:xfrm flipH="1">
            <a:off x="2202546" y="7089991"/>
            <a:ext cx="6362" cy="115967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10"/>
          <p:cNvCxnSpPr/>
          <p:nvPr/>
        </p:nvCxnSpPr>
        <p:spPr>
          <a:xfrm rot="10800000">
            <a:off x="1163295" y="6741356"/>
            <a:ext cx="633592" cy="0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10"/>
          <p:cNvCxnSpPr/>
          <p:nvPr/>
        </p:nvCxnSpPr>
        <p:spPr>
          <a:xfrm>
            <a:off x="1170171" y="6726281"/>
            <a:ext cx="22023" cy="1581627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0"/>
          <p:cNvCxnSpPr/>
          <p:nvPr/>
        </p:nvCxnSpPr>
        <p:spPr>
          <a:xfrm>
            <a:off x="1163296" y="8261965"/>
            <a:ext cx="172639" cy="15250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5" name="Google Shape;495;p10"/>
          <p:cNvCxnSpPr/>
          <p:nvPr/>
        </p:nvCxnSpPr>
        <p:spPr>
          <a:xfrm flipH="1" rot="10800000">
            <a:off x="2570577" y="6741353"/>
            <a:ext cx="720449" cy="3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10"/>
          <p:cNvCxnSpPr/>
          <p:nvPr/>
        </p:nvCxnSpPr>
        <p:spPr>
          <a:xfrm>
            <a:off x="3222455" y="6706893"/>
            <a:ext cx="0" cy="2224185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10"/>
          <p:cNvCxnSpPr/>
          <p:nvPr/>
        </p:nvCxnSpPr>
        <p:spPr>
          <a:xfrm>
            <a:off x="3069157" y="7535970"/>
            <a:ext cx="1304125" cy="0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10"/>
          <p:cNvCxnSpPr/>
          <p:nvPr/>
        </p:nvCxnSpPr>
        <p:spPr>
          <a:xfrm>
            <a:off x="3034567" y="8258148"/>
            <a:ext cx="1338716" cy="19067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9" name="Google Shape;499;p10"/>
          <p:cNvCxnSpPr/>
          <p:nvPr/>
        </p:nvCxnSpPr>
        <p:spPr>
          <a:xfrm>
            <a:off x="3034567" y="9095481"/>
            <a:ext cx="1338716" cy="19067"/>
          </a:xfrm>
          <a:prstGeom prst="straightConnector1">
            <a:avLst/>
          </a:prstGeom>
          <a:noFill/>
          <a:ln cap="rnd" cmpd="sng" w="19050">
            <a:solidFill>
              <a:srgbClr val="315D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0" name="Google Shape;500;p10"/>
          <p:cNvSpPr/>
          <p:nvPr/>
        </p:nvSpPr>
        <p:spPr>
          <a:xfrm>
            <a:off x="2036114" y="3003052"/>
            <a:ext cx="381092" cy="329469"/>
          </a:xfrm>
          <a:custGeom>
            <a:rect b="b" l="l" r="r" t="t"/>
            <a:pathLst>
              <a:path extrusionOk="0" h="439293" w="508124">
                <a:moveTo>
                  <a:pt x="0" y="219583"/>
                </a:moveTo>
                <a:cubicBezTo>
                  <a:pt x="0" y="98298"/>
                  <a:pt x="113701" y="0"/>
                  <a:pt x="253992" y="0"/>
                </a:cubicBezTo>
                <a:cubicBezTo>
                  <a:pt x="394282" y="0"/>
                  <a:pt x="508124" y="98298"/>
                  <a:pt x="508124" y="219583"/>
                </a:cubicBezTo>
                <a:cubicBezTo>
                  <a:pt x="508124" y="340868"/>
                  <a:pt x="394282" y="439293"/>
                  <a:pt x="253992" y="439293"/>
                </a:cubicBezTo>
                <a:cubicBezTo>
                  <a:pt x="113701" y="439293"/>
                  <a:pt x="0" y="340868"/>
                  <a:pt x="0" y="219583"/>
                </a:cubicBezTo>
                <a:close/>
              </a:path>
            </a:pathLst>
          </a:custGeom>
          <a:solidFill>
            <a:srgbClr val="0C2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1335935" y="3513468"/>
            <a:ext cx="1733202" cy="893350"/>
          </a:xfrm>
          <a:custGeom>
            <a:rect b="b" l="l" r="r" t="t"/>
            <a:pathLst>
              <a:path extrusionOk="0" h="1191133" w="2310936">
                <a:moveTo>
                  <a:pt x="0" y="154813"/>
                </a:moveTo>
                <a:cubicBezTo>
                  <a:pt x="0" y="69342"/>
                  <a:pt x="24868" y="0"/>
                  <a:pt x="55520" y="0"/>
                </a:cubicBezTo>
                <a:lnTo>
                  <a:pt x="2255416" y="0"/>
                </a:lnTo>
                <a:cubicBezTo>
                  <a:pt x="2286068" y="0"/>
                  <a:pt x="2310936" y="69342"/>
                  <a:pt x="2310936" y="154813"/>
                </a:cubicBezTo>
                <a:lnTo>
                  <a:pt x="2310936" y="1036320"/>
                </a:lnTo>
                <a:cubicBezTo>
                  <a:pt x="2310936" y="1121791"/>
                  <a:pt x="2286068" y="1191133"/>
                  <a:pt x="2255416" y="1191133"/>
                </a:cubicBezTo>
                <a:lnTo>
                  <a:pt x="55520" y="1191133"/>
                </a:lnTo>
                <a:cubicBezTo>
                  <a:pt x="24868" y="1191133"/>
                  <a:pt x="0" y="1121791"/>
                  <a:pt x="0" y="1036320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10"/>
          <p:cNvGrpSpPr/>
          <p:nvPr/>
        </p:nvGrpSpPr>
        <p:grpSpPr>
          <a:xfrm>
            <a:off x="1370600" y="3568951"/>
            <a:ext cx="1663896" cy="782424"/>
            <a:chOff x="0" y="0"/>
            <a:chExt cx="2218529" cy="1043233"/>
          </a:xfrm>
        </p:grpSpPr>
        <p:sp>
          <p:nvSpPr>
            <p:cNvPr id="503" name="Google Shape;503;p10"/>
            <p:cNvSpPr/>
            <p:nvPr/>
          </p:nvSpPr>
          <p:spPr>
            <a:xfrm>
              <a:off x="0" y="0"/>
              <a:ext cx="2218527" cy="1043233"/>
            </a:xfrm>
            <a:custGeom>
              <a:rect b="b" l="l" r="r" t="t"/>
              <a:pathLst>
                <a:path extrusionOk="0" h="1043233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1043233"/>
                  </a:lnTo>
                  <a:lnTo>
                    <a:pt x="0" y="104323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543" l="0" r="-178839" t="-65543"/>
              </a:stretch>
            </a:blipFill>
            <a:ln>
              <a:noFill/>
            </a:ln>
          </p:spPr>
        </p:sp>
        <p:sp>
          <p:nvSpPr>
            <p:cNvPr id="504" name="Google Shape;504;p10"/>
            <p:cNvSpPr txBox="1"/>
            <p:nvPr/>
          </p:nvSpPr>
          <p:spPr>
            <a:xfrm>
              <a:off x="0" y="0"/>
              <a:ext cx="2218529" cy="104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Abrir notebook y consultar documentos</a:t>
              </a:r>
              <a:endParaRPr/>
            </a:p>
          </p:txBody>
        </p:sp>
      </p:grpSp>
      <p:sp>
        <p:nvSpPr>
          <p:cNvPr id="505" name="Google Shape;505;p10"/>
          <p:cNvSpPr/>
          <p:nvPr/>
        </p:nvSpPr>
        <p:spPr>
          <a:xfrm>
            <a:off x="4373283" y="3513468"/>
            <a:ext cx="1733202" cy="893350"/>
          </a:xfrm>
          <a:custGeom>
            <a:rect b="b" l="l" r="r" t="t"/>
            <a:pathLst>
              <a:path extrusionOk="0" h="1191133" w="2310936">
                <a:moveTo>
                  <a:pt x="0" y="154813"/>
                </a:moveTo>
                <a:cubicBezTo>
                  <a:pt x="0" y="69342"/>
                  <a:pt x="24868" y="0"/>
                  <a:pt x="55520" y="0"/>
                </a:cubicBezTo>
                <a:lnTo>
                  <a:pt x="2255416" y="0"/>
                </a:lnTo>
                <a:cubicBezTo>
                  <a:pt x="2286068" y="0"/>
                  <a:pt x="2310936" y="69342"/>
                  <a:pt x="2310936" y="154813"/>
                </a:cubicBezTo>
                <a:lnTo>
                  <a:pt x="2310936" y="1036320"/>
                </a:lnTo>
                <a:cubicBezTo>
                  <a:pt x="2310936" y="1121791"/>
                  <a:pt x="2286068" y="1191133"/>
                  <a:pt x="2255416" y="1191133"/>
                </a:cubicBezTo>
                <a:lnTo>
                  <a:pt x="55520" y="1191133"/>
                </a:lnTo>
                <a:cubicBezTo>
                  <a:pt x="24868" y="1191133"/>
                  <a:pt x="0" y="1121791"/>
                  <a:pt x="0" y="1036320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6" name="Google Shape;506;p10"/>
          <p:cNvGrpSpPr/>
          <p:nvPr/>
        </p:nvGrpSpPr>
        <p:grpSpPr>
          <a:xfrm>
            <a:off x="4407944" y="3568951"/>
            <a:ext cx="1663896" cy="782424"/>
            <a:chOff x="0" y="0"/>
            <a:chExt cx="2218529" cy="1043233"/>
          </a:xfrm>
        </p:grpSpPr>
        <p:sp>
          <p:nvSpPr>
            <p:cNvPr id="507" name="Google Shape;507;p10"/>
            <p:cNvSpPr/>
            <p:nvPr/>
          </p:nvSpPr>
          <p:spPr>
            <a:xfrm>
              <a:off x="0" y="0"/>
              <a:ext cx="2218527" cy="1043233"/>
            </a:xfrm>
            <a:custGeom>
              <a:rect b="b" l="l" r="r" t="t"/>
              <a:pathLst>
                <a:path extrusionOk="0" h="1043233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1043233"/>
                  </a:lnTo>
                  <a:lnTo>
                    <a:pt x="0" y="104323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543" l="0" r="-178839" t="-65543"/>
              </a:stretch>
            </a:blipFill>
            <a:ln>
              <a:noFill/>
            </a:ln>
          </p:spPr>
        </p:sp>
        <p:sp>
          <p:nvSpPr>
            <p:cNvPr id="508" name="Google Shape;508;p10"/>
            <p:cNvSpPr txBox="1"/>
            <p:nvPr/>
          </p:nvSpPr>
          <p:spPr>
            <a:xfrm>
              <a:off x="0" y="0"/>
              <a:ext cx="2218529" cy="104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Listar documentos de la empresa</a:t>
              </a:r>
              <a:endParaRPr/>
            </a:p>
          </p:txBody>
        </p:sp>
      </p:grpSp>
      <p:sp>
        <p:nvSpPr>
          <p:cNvPr id="509" name="Google Shape;509;p10"/>
          <p:cNvSpPr/>
          <p:nvPr/>
        </p:nvSpPr>
        <p:spPr>
          <a:xfrm>
            <a:off x="1335935" y="5133223"/>
            <a:ext cx="1733202" cy="893350"/>
          </a:xfrm>
          <a:custGeom>
            <a:rect b="b" l="l" r="r" t="t"/>
            <a:pathLst>
              <a:path extrusionOk="0" h="1191133" w="2310936">
                <a:moveTo>
                  <a:pt x="0" y="154813"/>
                </a:moveTo>
                <a:cubicBezTo>
                  <a:pt x="0" y="69342"/>
                  <a:pt x="24868" y="0"/>
                  <a:pt x="55520" y="0"/>
                </a:cubicBezTo>
                <a:lnTo>
                  <a:pt x="2255416" y="0"/>
                </a:lnTo>
                <a:cubicBezTo>
                  <a:pt x="2286068" y="0"/>
                  <a:pt x="2310936" y="69342"/>
                  <a:pt x="2310936" y="154813"/>
                </a:cubicBezTo>
                <a:lnTo>
                  <a:pt x="2310936" y="1036320"/>
                </a:lnTo>
                <a:cubicBezTo>
                  <a:pt x="2310936" y="1121791"/>
                  <a:pt x="2286068" y="1191133"/>
                  <a:pt x="2255416" y="1191133"/>
                </a:cubicBezTo>
                <a:lnTo>
                  <a:pt x="55520" y="1191133"/>
                </a:lnTo>
                <a:cubicBezTo>
                  <a:pt x="24868" y="1191133"/>
                  <a:pt x="0" y="1121791"/>
                  <a:pt x="0" y="1036320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10"/>
          <p:cNvGrpSpPr/>
          <p:nvPr/>
        </p:nvGrpSpPr>
        <p:grpSpPr>
          <a:xfrm>
            <a:off x="1370600" y="5188706"/>
            <a:ext cx="1663896" cy="782424"/>
            <a:chOff x="0" y="0"/>
            <a:chExt cx="2218529" cy="1043233"/>
          </a:xfrm>
        </p:grpSpPr>
        <p:sp>
          <p:nvSpPr>
            <p:cNvPr id="511" name="Google Shape;511;p10"/>
            <p:cNvSpPr/>
            <p:nvPr/>
          </p:nvSpPr>
          <p:spPr>
            <a:xfrm>
              <a:off x="0" y="0"/>
              <a:ext cx="2218527" cy="1043233"/>
            </a:xfrm>
            <a:custGeom>
              <a:rect b="b" l="l" r="r" t="t"/>
              <a:pathLst>
                <a:path extrusionOk="0" h="1043233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1043233"/>
                  </a:lnTo>
                  <a:lnTo>
                    <a:pt x="0" y="104323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543" l="0" r="-178839" t="-65543"/>
              </a:stretch>
            </a:blipFill>
            <a:ln>
              <a:noFill/>
            </a:ln>
          </p:spPr>
        </p:sp>
        <p:sp>
          <p:nvSpPr>
            <p:cNvPr id="512" name="Google Shape;512;p10"/>
            <p:cNvSpPr txBox="1"/>
            <p:nvPr/>
          </p:nvSpPr>
          <p:spPr>
            <a:xfrm>
              <a:off x="0" y="0"/>
              <a:ext cx="2218529" cy="104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Filtrar y seleccionar documento</a:t>
              </a:r>
              <a:endParaRPr/>
            </a:p>
          </p:txBody>
        </p:sp>
      </p:grpSp>
      <p:sp>
        <p:nvSpPr>
          <p:cNvPr id="513" name="Google Shape;513;p10"/>
          <p:cNvSpPr/>
          <p:nvPr/>
        </p:nvSpPr>
        <p:spPr>
          <a:xfrm>
            <a:off x="4373283" y="5133223"/>
            <a:ext cx="1733260" cy="907066"/>
          </a:xfrm>
          <a:custGeom>
            <a:rect b="b" l="l" r="r" t="t"/>
            <a:pathLst>
              <a:path extrusionOk="0" h="1209421" w="2311014">
                <a:moveTo>
                  <a:pt x="0" y="157226"/>
                </a:moveTo>
                <a:cubicBezTo>
                  <a:pt x="0" y="70358"/>
                  <a:pt x="25232" y="0"/>
                  <a:pt x="56385" y="0"/>
                </a:cubicBezTo>
                <a:lnTo>
                  <a:pt x="2254596" y="0"/>
                </a:lnTo>
                <a:cubicBezTo>
                  <a:pt x="2285749" y="0"/>
                  <a:pt x="2311014" y="70358"/>
                  <a:pt x="2311014" y="157226"/>
                </a:cubicBezTo>
                <a:lnTo>
                  <a:pt x="2311014" y="1052195"/>
                </a:lnTo>
                <a:cubicBezTo>
                  <a:pt x="2311014" y="1139063"/>
                  <a:pt x="2285749" y="1209421"/>
                  <a:pt x="2254596" y="1209421"/>
                </a:cubicBezTo>
                <a:lnTo>
                  <a:pt x="56385" y="1209421"/>
                </a:lnTo>
                <a:cubicBezTo>
                  <a:pt x="25232" y="1209421"/>
                  <a:pt x="0" y="1139063"/>
                  <a:pt x="0" y="1052195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10"/>
          <p:cNvGrpSpPr/>
          <p:nvPr/>
        </p:nvGrpSpPr>
        <p:grpSpPr>
          <a:xfrm>
            <a:off x="4407944" y="5188706"/>
            <a:ext cx="1663896" cy="796153"/>
            <a:chOff x="0" y="0"/>
            <a:chExt cx="2218529" cy="1061537"/>
          </a:xfrm>
        </p:grpSpPr>
        <p:sp>
          <p:nvSpPr>
            <p:cNvPr id="515" name="Google Shape;515;p10"/>
            <p:cNvSpPr/>
            <p:nvPr/>
          </p:nvSpPr>
          <p:spPr>
            <a:xfrm>
              <a:off x="0" y="0"/>
              <a:ext cx="2218527" cy="1061537"/>
            </a:xfrm>
            <a:custGeom>
              <a:rect b="b" l="l" r="r" t="t"/>
              <a:pathLst>
                <a:path extrusionOk="0" h="1061537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49" l="0" r="-178839" t="-63549"/>
              </a:stretch>
            </a:blipFill>
            <a:ln>
              <a:noFill/>
            </a:ln>
          </p:spPr>
        </p:sp>
        <p:sp>
          <p:nvSpPr>
            <p:cNvPr id="516" name="Google Shape;516;p10"/>
            <p:cNvSpPr txBox="1"/>
            <p:nvPr/>
          </p:nvSpPr>
          <p:spPr>
            <a:xfrm>
              <a:off x="0" y="0"/>
              <a:ext cx="2218529" cy="1061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Mostrar detalle y PDF original</a:t>
              </a:r>
              <a:endParaRPr/>
            </a:p>
          </p:txBody>
        </p:sp>
      </p:grpSp>
      <p:sp>
        <p:nvSpPr>
          <p:cNvPr id="517" name="Google Shape;517;p10"/>
          <p:cNvSpPr/>
          <p:nvPr/>
        </p:nvSpPr>
        <p:spPr>
          <a:xfrm>
            <a:off x="1679600" y="6305905"/>
            <a:ext cx="924936" cy="801934"/>
          </a:xfrm>
          <a:custGeom>
            <a:rect b="b" l="l" r="r" t="t"/>
            <a:pathLst>
              <a:path extrusionOk="0" h="1069246" w="1233248">
                <a:moveTo>
                  <a:pt x="0" y="534679"/>
                </a:moveTo>
                <a:lnTo>
                  <a:pt x="616624" y="0"/>
                </a:lnTo>
                <a:lnTo>
                  <a:pt x="1233248" y="534679"/>
                </a:lnTo>
                <a:lnTo>
                  <a:pt x="616624" y="1069246"/>
                </a:lnTo>
                <a:close/>
              </a:path>
            </a:pathLst>
          </a:custGeom>
          <a:solidFill>
            <a:srgbClr val="FFFFFF"/>
          </a:solidFill>
          <a:ln cap="sq" cmpd="sng" w="32400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18" name="Google Shape;518;p10"/>
          <p:cNvGrpSpPr/>
          <p:nvPr/>
        </p:nvGrpSpPr>
        <p:grpSpPr>
          <a:xfrm>
            <a:off x="1831937" y="6451706"/>
            <a:ext cx="620292" cy="491964"/>
            <a:chOff x="0" y="0"/>
            <a:chExt cx="827055" cy="655952"/>
          </a:xfrm>
        </p:grpSpPr>
        <p:sp>
          <p:nvSpPr>
            <p:cNvPr id="519" name="Google Shape;519;p10"/>
            <p:cNvSpPr/>
            <p:nvPr/>
          </p:nvSpPr>
          <p:spPr>
            <a:xfrm>
              <a:off x="0" y="0"/>
              <a:ext cx="827055" cy="655950"/>
            </a:xfrm>
            <a:custGeom>
              <a:rect b="b" l="l" r="r" t="t"/>
              <a:pathLst>
                <a:path extrusionOk="0" h="655950" w="827055">
                  <a:moveTo>
                    <a:pt x="0" y="0"/>
                  </a:moveTo>
                  <a:lnTo>
                    <a:pt x="827055" y="0"/>
                  </a:lnTo>
                  <a:lnTo>
                    <a:pt x="827055" y="655950"/>
                  </a:lnTo>
                  <a:lnTo>
                    <a:pt x="0" y="6559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275" r="-98246" t="0"/>
              </a:stretch>
            </a:blipFill>
            <a:ln>
              <a:noFill/>
            </a:ln>
          </p:spPr>
        </p:sp>
        <p:sp>
          <p:nvSpPr>
            <p:cNvPr id="520" name="Google Shape;520;p10"/>
            <p:cNvSpPr txBox="1"/>
            <p:nvPr/>
          </p:nvSpPr>
          <p:spPr>
            <a:xfrm>
              <a:off x="0" y="0"/>
              <a:ext cx="827054" cy="655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¿Acción?</a:t>
              </a:r>
              <a:endParaRPr/>
            </a:p>
          </p:txBody>
        </p:sp>
      </p:grpSp>
      <p:sp>
        <p:nvSpPr>
          <p:cNvPr id="521" name="Google Shape;521;p10"/>
          <p:cNvSpPr/>
          <p:nvPr/>
        </p:nvSpPr>
        <p:spPr>
          <a:xfrm>
            <a:off x="1335935" y="7205958"/>
            <a:ext cx="1733260" cy="660082"/>
          </a:xfrm>
          <a:custGeom>
            <a:rect b="b" l="l" r="r" t="t"/>
            <a:pathLst>
              <a:path extrusionOk="0" h="880110" w="2311014">
                <a:moveTo>
                  <a:pt x="0" y="114427"/>
                </a:moveTo>
                <a:cubicBezTo>
                  <a:pt x="0" y="51181"/>
                  <a:pt x="18355" y="0"/>
                  <a:pt x="41037" y="0"/>
                </a:cubicBezTo>
                <a:lnTo>
                  <a:pt x="2269945" y="0"/>
                </a:lnTo>
                <a:cubicBezTo>
                  <a:pt x="2292627" y="0"/>
                  <a:pt x="2311014" y="51181"/>
                  <a:pt x="2311014" y="114427"/>
                </a:cubicBezTo>
                <a:lnTo>
                  <a:pt x="2311014" y="765683"/>
                </a:lnTo>
                <a:cubicBezTo>
                  <a:pt x="2311014" y="828929"/>
                  <a:pt x="2292627" y="880110"/>
                  <a:pt x="2269945" y="880110"/>
                </a:cubicBezTo>
                <a:lnTo>
                  <a:pt x="41037" y="880110"/>
                </a:lnTo>
                <a:cubicBezTo>
                  <a:pt x="18355" y="879983"/>
                  <a:pt x="0" y="828802"/>
                  <a:pt x="0" y="765683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2" name="Google Shape;522;p10"/>
          <p:cNvGrpSpPr/>
          <p:nvPr/>
        </p:nvGrpSpPr>
        <p:grpSpPr>
          <a:xfrm>
            <a:off x="1370600" y="7261441"/>
            <a:ext cx="1663896" cy="549069"/>
            <a:chOff x="0" y="0"/>
            <a:chExt cx="2218529" cy="732092"/>
          </a:xfrm>
        </p:grpSpPr>
        <p:sp>
          <p:nvSpPr>
            <p:cNvPr id="523" name="Google Shape;523;p10"/>
            <p:cNvSpPr/>
            <p:nvPr/>
          </p:nvSpPr>
          <p:spPr>
            <a:xfrm>
              <a:off x="0" y="0"/>
              <a:ext cx="2218527" cy="732092"/>
            </a:xfrm>
            <a:custGeom>
              <a:rect b="b" l="l" r="r" t="t"/>
              <a:pathLst>
                <a:path extrusionOk="0" h="732092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647" l="0" r="-178839" t="-114647"/>
              </a:stretch>
            </a:blipFill>
            <a:ln>
              <a:noFill/>
            </a:ln>
          </p:spPr>
        </p:sp>
        <p:sp>
          <p:nvSpPr>
            <p:cNvPr id="524" name="Google Shape;524;p10"/>
            <p:cNvSpPr txBox="1"/>
            <p:nvPr/>
          </p:nvSpPr>
          <p:spPr>
            <a:xfrm>
              <a:off x="0" y="0"/>
              <a:ext cx="2218529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Editar datos</a:t>
              </a:r>
              <a:endParaRPr/>
            </a:p>
          </p:txBody>
        </p:sp>
      </p:grpSp>
      <p:sp>
        <p:nvSpPr>
          <p:cNvPr id="525" name="Google Shape;525;p10"/>
          <p:cNvSpPr/>
          <p:nvPr/>
        </p:nvSpPr>
        <p:spPr>
          <a:xfrm>
            <a:off x="4373283" y="7205958"/>
            <a:ext cx="1733260" cy="660082"/>
          </a:xfrm>
          <a:custGeom>
            <a:rect b="b" l="l" r="r" t="t"/>
            <a:pathLst>
              <a:path extrusionOk="0" h="880110" w="2311014">
                <a:moveTo>
                  <a:pt x="0" y="114427"/>
                </a:moveTo>
                <a:cubicBezTo>
                  <a:pt x="0" y="51181"/>
                  <a:pt x="18355" y="0"/>
                  <a:pt x="41037" y="0"/>
                </a:cubicBezTo>
                <a:lnTo>
                  <a:pt x="2269945" y="0"/>
                </a:lnTo>
                <a:cubicBezTo>
                  <a:pt x="2292627" y="0"/>
                  <a:pt x="2311014" y="51181"/>
                  <a:pt x="2311014" y="114427"/>
                </a:cubicBezTo>
                <a:lnTo>
                  <a:pt x="2311014" y="765683"/>
                </a:lnTo>
                <a:cubicBezTo>
                  <a:pt x="2311014" y="828929"/>
                  <a:pt x="2292627" y="880110"/>
                  <a:pt x="2269945" y="880110"/>
                </a:cubicBezTo>
                <a:lnTo>
                  <a:pt x="41037" y="880110"/>
                </a:lnTo>
                <a:cubicBezTo>
                  <a:pt x="18355" y="879983"/>
                  <a:pt x="0" y="828802"/>
                  <a:pt x="0" y="765683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6" name="Google Shape;526;p10"/>
          <p:cNvGrpSpPr/>
          <p:nvPr/>
        </p:nvGrpSpPr>
        <p:grpSpPr>
          <a:xfrm>
            <a:off x="4407944" y="7261441"/>
            <a:ext cx="1663896" cy="549069"/>
            <a:chOff x="0" y="0"/>
            <a:chExt cx="2218529" cy="732092"/>
          </a:xfrm>
        </p:grpSpPr>
        <p:sp>
          <p:nvSpPr>
            <p:cNvPr id="527" name="Google Shape;527;p10"/>
            <p:cNvSpPr/>
            <p:nvPr/>
          </p:nvSpPr>
          <p:spPr>
            <a:xfrm>
              <a:off x="0" y="0"/>
              <a:ext cx="2218527" cy="732092"/>
            </a:xfrm>
            <a:custGeom>
              <a:rect b="b" l="l" r="r" t="t"/>
              <a:pathLst>
                <a:path extrusionOk="0" h="732092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647" l="0" r="-178839" t="-114647"/>
              </a:stretch>
            </a:blipFill>
            <a:ln>
              <a:noFill/>
            </a:ln>
          </p:spPr>
        </p:sp>
        <p:sp>
          <p:nvSpPr>
            <p:cNvPr id="528" name="Google Shape;528;p10"/>
            <p:cNvSpPr txBox="1"/>
            <p:nvPr/>
          </p:nvSpPr>
          <p:spPr>
            <a:xfrm>
              <a:off x="0" y="0"/>
              <a:ext cx="2218529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Validar y guardar cambios</a:t>
              </a:r>
              <a:endParaRPr/>
            </a:p>
          </p:txBody>
        </p:sp>
      </p:grpSp>
      <p:sp>
        <p:nvSpPr>
          <p:cNvPr id="529" name="Google Shape;529;p10"/>
          <p:cNvSpPr/>
          <p:nvPr/>
        </p:nvSpPr>
        <p:spPr>
          <a:xfrm>
            <a:off x="1335935" y="7947203"/>
            <a:ext cx="1733260" cy="660082"/>
          </a:xfrm>
          <a:custGeom>
            <a:rect b="b" l="l" r="r" t="t"/>
            <a:pathLst>
              <a:path extrusionOk="0" h="880110" w="2311014">
                <a:moveTo>
                  <a:pt x="0" y="114427"/>
                </a:moveTo>
                <a:cubicBezTo>
                  <a:pt x="0" y="51181"/>
                  <a:pt x="18355" y="0"/>
                  <a:pt x="41037" y="0"/>
                </a:cubicBezTo>
                <a:lnTo>
                  <a:pt x="2269945" y="0"/>
                </a:lnTo>
                <a:cubicBezTo>
                  <a:pt x="2292627" y="0"/>
                  <a:pt x="2311014" y="51181"/>
                  <a:pt x="2311014" y="114427"/>
                </a:cubicBezTo>
                <a:lnTo>
                  <a:pt x="2311014" y="765683"/>
                </a:lnTo>
                <a:cubicBezTo>
                  <a:pt x="2311014" y="828929"/>
                  <a:pt x="2292627" y="880110"/>
                  <a:pt x="2269945" y="880110"/>
                </a:cubicBezTo>
                <a:lnTo>
                  <a:pt x="41037" y="880110"/>
                </a:lnTo>
                <a:cubicBezTo>
                  <a:pt x="18355" y="879983"/>
                  <a:pt x="0" y="828802"/>
                  <a:pt x="0" y="765683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0" name="Google Shape;530;p10"/>
          <p:cNvGrpSpPr/>
          <p:nvPr/>
        </p:nvGrpSpPr>
        <p:grpSpPr>
          <a:xfrm>
            <a:off x="1370600" y="8002676"/>
            <a:ext cx="1663896" cy="549069"/>
            <a:chOff x="0" y="0"/>
            <a:chExt cx="2218529" cy="732092"/>
          </a:xfrm>
        </p:grpSpPr>
        <p:sp>
          <p:nvSpPr>
            <p:cNvPr id="531" name="Google Shape;531;p10"/>
            <p:cNvSpPr/>
            <p:nvPr/>
          </p:nvSpPr>
          <p:spPr>
            <a:xfrm>
              <a:off x="0" y="0"/>
              <a:ext cx="2218527" cy="732092"/>
            </a:xfrm>
            <a:custGeom>
              <a:rect b="b" l="l" r="r" t="t"/>
              <a:pathLst>
                <a:path extrusionOk="0" h="732092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647" l="0" r="-178839" t="-114647"/>
              </a:stretch>
            </a:blipFill>
            <a:ln>
              <a:noFill/>
            </a:ln>
          </p:spPr>
        </p:sp>
        <p:sp>
          <p:nvSpPr>
            <p:cNvPr id="532" name="Google Shape;532;p10"/>
            <p:cNvSpPr txBox="1"/>
            <p:nvPr/>
          </p:nvSpPr>
          <p:spPr>
            <a:xfrm>
              <a:off x="0" y="0"/>
              <a:ext cx="2218529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Descargar PDF</a:t>
              </a:r>
              <a:endParaRPr/>
            </a:p>
          </p:txBody>
        </p:sp>
      </p:grpSp>
      <p:sp>
        <p:nvSpPr>
          <p:cNvPr id="533" name="Google Shape;533;p10"/>
          <p:cNvSpPr/>
          <p:nvPr/>
        </p:nvSpPr>
        <p:spPr>
          <a:xfrm>
            <a:off x="4373283" y="7947203"/>
            <a:ext cx="1733260" cy="660082"/>
          </a:xfrm>
          <a:custGeom>
            <a:rect b="b" l="l" r="r" t="t"/>
            <a:pathLst>
              <a:path extrusionOk="0" h="880110" w="2311014">
                <a:moveTo>
                  <a:pt x="0" y="114427"/>
                </a:moveTo>
                <a:cubicBezTo>
                  <a:pt x="0" y="51181"/>
                  <a:pt x="18355" y="0"/>
                  <a:pt x="41037" y="0"/>
                </a:cubicBezTo>
                <a:lnTo>
                  <a:pt x="2269945" y="0"/>
                </a:lnTo>
                <a:cubicBezTo>
                  <a:pt x="2292627" y="0"/>
                  <a:pt x="2311014" y="51181"/>
                  <a:pt x="2311014" y="114427"/>
                </a:cubicBezTo>
                <a:lnTo>
                  <a:pt x="2311014" y="765683"/>
                </a:lnTo>
                <a:cubicBezTo>
                  <a:pt x="2311014" y="828929"/>
                  <a:pt x="2292627" y="880110"/>
                  <a:pt x="2269945" y="880110"/>
                </a:cubicBezTo>
                <a:lnTo>
                  <a:pt x="41037" y="880110"/>
                </a:lnTo>
                <a:cubicBezTo>
                  <a:pt x="18355" y="879983"/>
                  <a:pt x="0" y="828802"/>
                  <a:pt x="0" y="765683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4" name="Google Shape;534;p10"/>
          <p:cNvGrpSpPr/>
          <p:nvPr/>
        </p:nvGrpSpPr>
        <p:grpSpPr>
          <a:xfrm>
            <a:off x="4407944" y="8002676"/>
            <a:ext cx="1663896" cy="549069"/>
            <a:chOff x="0" y="0"/>
            <a:chExt cx="2218529" cy="732092"/>
          </a:xfrm>
        </p:grpSpPr>
        <p:sp>
          <p:nvSpPr>
            <p:cNvPr id="535" name="Google Shape;535;p10"/>
            <p:cNvSpPr/>
            <p:nvPr/>
          </p:nvSpPr>
          <p:spPr>
            <a:xfrm>
              <a:off x="0" y="0"/>
              <a:ext cx="2218527" cy="732092"/>
            </a:xfrm>
            <a:custGeom>
              <a:rect b="b" l="l" r="r" t="t"/>
              <a:pathLst>
                <a:path extrusionOk="0" h="732092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647" l="0" r="-178839" t="-114647"/>
              </a:stretch>
            </a:blipFill>
            <a:ln>
              <a:noFill/>
            </a:ln>
          </p:spPr>
        </p:sp>
        <p:sp>
          <p:nvSpPr>
            <p:cNvPr id="536" name="Google Shape;536;p10"/>
            <p:cNvSpPr txBox="1"/>
            <p:nvPr/>
          </p:nvSpPr>
          <p:spPr>
            <a:xfrm>
              <a:off x="0" y="0"/>
              <a:ext cx="2218529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Entregar archivo PDF</a:t>
              </a:r>
              <a:endParaRPr/>
            </a:p>
          </p:txBody>
        </p:sp>
      </p:grpSp>
      <p:sp>
        <p:nvSpPr>
          <p:cNvPr id="537" name="Google Shape;537;p10"/>
          <p:cNvSpPr/>
          <p:nvPr/>
        </p:nvSpPr>
        <p:spPr>
          <a:xfrm>
            <a:off x="1335935" y="8784536"/>
            <a:ext cx="1733260" cy="660082"/>
          </a:xfrm>
          <a:custGeom>
            <a:rect b="b" l="l" r="r" t="t"/>
            <a:pathLst>
              <a:path extrusionOk="0" h="880110" w="2311014">
                <a:moveTo>
                  <a:pt x="0" y="114427"/>
                </a:moveTo>
                <a:cubicBezTo>
                  <a:pt x="0" y="51181"/>
                  <a:pt x="18355" y="0"/>
                  <a:pt x="41037" y="0"/>
                </a:cubicBezTo>
                <a:lnTo>
                  <a:pt x="2269945" y="0"/>
                </a:lnTo>
                <a:cubicBezTo>
                  <a:pt x="2292627" y="0"/>
                  <a:pt x="2311014" y="51181"/>
                  <a:pt x="2311014" y="114427"/>
                </a:cubicBezTo>
                <a:lnTo>
                  <a:pt x="2311014" y="765683"/>
                </a:lnTo>
                <a:cubicBezTo>
                  <a:pt x="2311014" y="828929"/>
                  <a:pt x="2292627" y="880110"/>
                  <a:pt x="2269945" y="880110"/>
                </a:cubicBezTo>
                <a:lnTo>
                  <a:pt x="41037" y="880110"/>
                </a:lnTo>
                <a:cubicBezTo>
                  <a:pt x="18355" y="879983"/>
                  <a:pt x="0" y="828802"/>
                  <a:pt x="0" y="765683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8" name="Google Shape;538;p10"/>
          <p:cNvGrpSpPr/>
          <p:nvPr/>
        </p:nvGrpSpPr>
        <p:grpSpPr>
          <a:xfrm>
            <a:off x="1370600" y="8840010"/>
            <a:ext cx="1663896" cy="549069"/>
            <a:chOff x="0" y="0"/>
            <a:chExt cx="2218529" cy="732092"/>
          </a:xfrm>
        </p:grpSpPr>
        <p:sp>
          <p:nvSpPr>
            <p:cNvPr id="539" name="Google Shape;539;p10"/>
            <p:cNvSpPr/>
            <p:nvPr/>
          </p:nvSpPr>
          <p:spPr>
            <a:xfrm>
              <a:off x="0" y="0"/>
              <a:ext cx="2218527" cy="732092"/>
            </a:xfrm>
            <a:custGeom>
              <a:rect b="b" l="l" r="r" t="t"/>
              <a:pathLst>
                <a:path extrusionOk="0" h="732092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647" l="0" r="-178839" t="-114647"/>
              </a:stretch>
            </a:blipFill>
            <a:ln>
              <a:noFill/>
            </a:ln>
          </p:spPr>
        </p:sp>
        <p:sp>
          <p:nvSpPr>
            <p:cNvPr id="540" name="Google Shape;540;p10"/>
            <p:cNvSpPr txBox="1"/>
            <p:nvPr/>
          </p:nvSpPr>
          <p:spPr>
            <a:xfrm>
              <a:off x="0" y="0"/>
              <a:ext cx="2218529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Solicitar eliminación</a:t>
              </a:r>
              <a:endParaRPr/>
            </a:p>
          </p:txBody>
        </p:sp>
      </p:grpSp>
      <p:sp>
        <p:nvSpPr>
          <p:cNvPr id="541" name="Google Shape;541;p10"/>
          <p:cNvSpPr/>
          <p:nvPr/>
        </p:nvSpPr>
        <p:spPr>
          <a:xfrm>
            <a:off x="4373283" y="8784536"/>
            <a:ext cx="1733260" cy="660082"/>
          </a:xfrm>
          <a:custGeom>
            <a:rect b="b" l="l" r="r" t="t"/>
            <a:pathLst>
              <a:path extrusionOk="0" h="880110" w="2311014">
                <a:moveTo>
                  <a:pt x="0" y="114427"/>
                </a:moveTo>
                <a:cubicBezTo>
                  <a:pt x="0" y="51181"/>
                  <a:pt x="18355" y="0"/>
                  <a:pt x="41037" y="0"/>
                </a:cubicBezTo>
                <a:lnTo>
                  <a:pt x="2269945" y="0"/>
                </a:lnTo>
                <a:cubicBezTo>
                  <a:pt x="2292627" y="0"/>
                  <a:pt x="2311014" y="51181"/>
                  <a:pt x="2311014" y="114427"/>
                </a:cubicBezTo>
                <a:lnTo>
                  <a:pt x="2311014" y="765683"/>
                </a:lnTo>
                <a:cubicBezTo>
                  <a:pt x="2311014" y="828929"/>
                  <a:pt x="2292627" y="880110"/>
                  <a:pt x="2269945" y="880110"/>
                </a:cubicBezTo>
                <a:lnTo>
                  <a:pt x="41037" y="880110"/>
                </a:lnTo>
                <a:cubicBezTo>
                  <a:pt x="18355" y="879983"/>
                  <a:pt x="0" y="828802"/>
                  <a:pt x="0" y="765683"/>
                </a:cubicBezTo>
                <a:close/>
              </a:path>
            </a:pathLst>
          </a:custGeom>
          <a:solidFill>
            <a:srgbClr val="E8F0FA"/>
          </a:solidFill>
          <a:ln cap="sq" cmpd="sng" w="28575">
            <a:solidFill>
              <a:srgbClr val="315D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2" name="Google Shape;542;p10"/>
          <p:cNvGrpSpPr/>
          <p:nvPr/>
        </p:nvGrpSpPr>
        <p:grpSpPr>
          <a:xfrm>
            <a:off x="4407944" y="8840010"/>
            <a:ext cx="1663896" cy="549069"/>
            <a:chOff x="0" y="0"/>
            <a:chExt cx="2218529" cy="732092"/>
          </a:xfrm>
        </p:grpSpPr>
        <p:sp>
          <p:nvSpPr>
            <p:cNvPr id="543" name="Google Shape;543;p10"/>
            <p:cNvSpPr/>
            <p:nvPr/>
          </p:nvSpPr>
          <p:spPr>
            <a:xfrm>
              <a:off x="0" y="0"/>
              <a:ext cx="2218527" cy="732092"/>
            </a:xfrm>
            <a:custGeom>
              <a:rect b="b" l="l" r="r" t="t"/>
              <a:pathLst>
                <a:path extrusionOk="0" h="732092" w="2218527">
                  <a:moveTo>
                    <a:pt x="0" y="0"/>
                  </a:moveTo>
                  <a:lnTo>
                    <a:pt x="2218527" y="0"/>
                  </a:lnTo>
                  <a:lnTo>
                    <a:pt x="221852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647" l="0" r="-178839" t="-114647"/>
              </a:stretch>
            </a:blipFill>
            <a:ln>
              <a:noFill/>
            </a:ln>
          </p:spPr>
        </p:sp>
        <p:sp>
          <p:nvSpPr>
            <p:cNvPr id="544" name="Google Shape;544;p10"/>
            <p:cNvSpPr txBox="1"/>
            <p:nvPr/>
          </p:nvSpPr>
          <p:spPr>
            <a:xfrm>
              <a:off x="0" y="0"/>
              <a:ext cx="2218529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Solicitar confirmación previa</a:t>
              </a:r>
              <a:endParaRPr/>
            </a:p>
          </p:txBody>
        </p:sp>
      </p:grpSp>
      <p:cxnSp>
        <p:nvCxnSpPr>
          <p:cNvPr id="545" name="Google Shape;545;p10"/>
          <p:cNvCxnSpPr/>
          <p:nvPr/>
        </p:nvCxnSpPr>
        <p:spPr>
          <a:xfrm rot="10800000">
            <a:off x="3049466" y="8931078"/>
            <a:ext cx="172989" cy="0"/>
          </a:xfrm>
          <a:prstGeom prst="straightConnector1">
            <a:avLst/>
          </a:prstGeom>
          <a:noFill/>
          <a:ln cap="rnd" cmpd="sng" w="19050">
            <a:solidFill>
              <a:srgbClr val="5C82A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6" name="Google Shape;546;p10"/>
          <p:cNvSpPr/>
          <p:nvPr/>
        </p:nvSpPr>
        <p:spPr>
          <a:xfrm>
            <a:off x="9618244" y="4888807"/>
            <a:ext cx="7961492" cy="4901045"/>
          </a:xfrm>
          <a:custGeom>
            <a:rect b="b" l="l" r="r" t="t"/>
            <a:pathLst>
              <a:path extrusionOk="0" h="4901045" w="7961492">
                <a:moveTo>
                  <a:pt x="0" y="0"/>
                </a:moveTo>
                <a:lnTo>
                  <a:pt x="7961492" y="0"/>
                </a:lnTo>
                <a:lnTo>
                  <a:pt x="7961492" y="4901045"/>
                </a:lnTo>
                <a:lnTo>
                  <a:pt x="0" y="4901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7" name="Google Shape;547;p10"/>
          <p:cNvSpPr/>
          <p:nvPr/>
        </p:nvSpPr>
        <p:spPr>
          <a:xfrm>
            <a:off x="6874093" y="2155098"/>
            <a:ext cx="6623135" cy="4084567"/>
          </a:xfrm>
          <a:custGeom>
            <a:rect b="b" l="l" r="r" t="t"/>
            <a:pathLst>
              <a:path extrusionOk="0" h="4084567" w="6623135">
                <a:moveTo>
                  <a:pt x="0" y="0"/>
                </a:moveTo>
                <a:lnTo>
                  <a:pt x="6623135" y="0"/>
                </a:lnTo>
                <a:lnTo>
                  <a:pt x="6623135" y="4084567"/>
                </a:lnTo>
                <a:lnTo>
                  <a:pt x="0" y="4084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8" name="Google Shape;548;p10"/>
          <p:cNvSpPr txBox="1"/>
          <p:nvPr/>
        </p:nvSpPr>
        <p:spPr>
          <a:xfrm>
            <a:off x="830874" y="960298"/>
            <a:ext cx="11759131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Diseño del sistema · Actividades principales</a:t>
            </a:r>
            <a:endParaRPr/>
          </a:p>
        </p:txBody>
      </p:sp>
      <p:sp>
        <p:nvSpPr>
          <p:cNvPr id="549" name="Google Shape;549;p10"/>
          <p:cNvSpPr txBox="1"/>
          <p:nvPr/>
        </p:nvSpPr>
        <p:spPr>
          <a:xfrm>
            <a:off x="686333" y="1845649"/>
            <a:ext cx="7775749" cy="238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Consulta, edición, descarga y solicitud de eliminación de documentos del notebook.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555" name="Google Shape;555;p11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556" name="Google Shape;556;p11"/>
          <p:cNvSpPr/>
          <p:nvPr/>
        </p:nvSpPr>
        <p:spPr>
          <a:xfrm>
            <a:off x="983675" y="1972113"/>
            <a:ext cx="10326537" cy="7614736"/>
          </a:xfrm>
          <a:custGeom>
            <a:rect b="b" l="l" r="r" t="t"/>
            <a:pathLst>
              <a:path extrusionOk="0" h="7614736" w="10326537">
                <a:moveTo>
                  <a:pt x="0" y="0"/>
                </a:moveTo>
                <a:lnTo>
                  <a:pt x="10326537" y="0"/>
                </a:lnTo>
                <a:lnTo>
                  <a:pt x="10326537" y="7614736"/>
                </a:lnTo>
                <a:lnTo>
                  <a:pt x="0" y="7614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7" name="Google Shape;557;p11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Diseño del sistema · Casos de uso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2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563" name="Google Shape;563;p12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564" name="Google Shape;564;p12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565" name="Google Shape;565;p12"/>
          <p:cNvSpPr/>
          <p:nvPr/>
        </p:nvSpPr>
        <p:spPr>
          <a:xfrm>
            <a:off x="1022356" y="2532297"/>
            <a:ext cx="16294228" cy="1016318"/>
          </a:xfrm>
          <a:custGeom>
            <a:rect b="b" l="l" r="r" t="t"/>
            <a:pathLst>
              <a:path extrusionOk="0" h="1355090" w="21725637">
                <a:moveTo>
                  <a:pt x="0" y="135509"/>
                </a:moveTo>
                <a:cubicBezTo>
                  <a:pt x="0" y="60706"/>
                  <a:pt x="60706" y="0"/>
                  <a:pt x="135509" y="0"/>
                </a:cubicBezTo>
                <a:lnTo>
                  <a:pt x="21590127" y="0"/>
                </a:lnTo>
                <a:cubicBezTo>
                  <a:pt x="21664930" y="0"/>
                  <a:pt x="21725637" y="60706"/>
                  <a:pt x="21725637" y="135509"/>
                </a:cubicBezTo>
                <a:lnTo>
                  <a:pt x="21725637" y="1219581"/>
                </a:lnTo>
                <a:cubicBezTo>
                  <a:pt x="21725637" y="1294384"/>
                  <a:pt x="21664930" y="1355090"/>
                  <a:pt x="21590127" y="1355090"/>
                </a:cubicBezTo>
                <a:lnTo>
                  <a:pt x="135509" y="1355090"/>
                </a:lnTo>
                <a:cubicBezTo>
                  <a:pt x="60706" y="1355090"/>
                  <a:pt x="0" y="1294511"/>
                  <a:pt x="0" y="121958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1029500" y="2539441"/>
            <a:ext cx="137255" cy="1002030"/>
          </a:xfrm>
          <a:custGeom>
            <a:rect b="b" l="l" r="r" t="t"/>
            <a:pathLst>
              <a:path extrusionOk="0" h="1336040" w="183007">
                <a:moveTo>
                  <a:pt x="0" y="0"/>
                </a:moveTo>
                <a:lnTo>
                  <a:pt x="183007" y="0"/>
                </a:lnTo>
                <a:lnTo>
                  <a:pt x="183007" y="1336040"/>
                </a:lnTo>
                <a:lnTo>
                  <a:pt x="0" y="1336040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567" name="Google Shape;567;p12"/>
          <p:cNvSpPr/>
          <p:nvPr/>
        </p:nvSpPr>
        <p:spPr>
          <a:xfrm>
            <a:off x="1022356" y="3781425"/>
            <a:ext cx="16294228" cy="1016318"/>
          </a:xfrm>
          <a:custGeom>
            <a:rect b="b" l="l" r="r" t="t"/>
            <a:pathLst>
              <a:path extrusionOk="0" h="1355090" w="21725637">
                <a:moveTo>
                  <a:pt x="0" y="135509"/>
                </a:moveTo>
                <a:cubicBezTo>
                  <a:pt x="0" y="60706"/>
                  <a:pt x="60706" y="0"/>
                  <a:pt x="135509" y="0"/>
                </a:cubicBezTo>
                <a:lnTo>
                  <a:pt x="21590127" y="0"/>
                </a:lnTo>
                <a:cubicBezTo>
                  <a:pt x="21664930" y="0"/>
                  <a:pt x="21725637" y="60706"/>
                  <a:pt x="21725637" y="135509"/>
                </a:cubicBezTo>
                <a:lnTo>
                  <a:pt x="21725637" y="1219581"/>
                </a:lnTo>
                <a:cubicBezTo>
                  <a:pt x="21725637" y="1294384"/>
                  <a:pt x="21664930" y="1355090"/>
                  <a:pt x="21590127" y="1355090"/>
                </a:cubicBezTo>
                <a:lnTo>
                  <a:pt x="135509" y="1355090"/>
                </a:lnTo>
                <a:cubicBezTo>
                  <a:pt x="60706" y="1355090"/>
                  <a:pt x="0" y="1294511"/>
                  <a:pt x="0" y="121958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1029500" y="3788578"/>
            <a:ext cx="137255" cy="1002030"/>
          </a:xfrm>
          <a:custGeom>
            <a:rect b="b" l="l" r="r" t="t"/>
            <a:pathLst>
              <a:path extrusionOk="0" h="1336040" w="183007">
                <a:moveTo>
                  <a:pt x="0" y="0"/>
                </a:moveTo>
                <a:lnTo>
                  <a:pt x="183007" y="0"/>
                </a:lnTo>
                <a:lnTo>
                  <a:pt x="183007" y="1336040"/>
                </a:lnTo>
                <a:lnTo>
                  <a:pt x="0" y="1336040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569" name="Google Shape;569;p12"/>
          <p:cNvSpPr/>
          <p:nvPr/>
        </p:nvSpPr>
        <p:spPr>
          <a:xfrm>
            <a:off x="1022356" y="5030562"/>
            <a:ext cx="16294228" cy="1016317"/>
          </a:xfrm>
          <a:custGeom>
            <a:rect b="b" l="l" r="r" t="t"/>
            <a:pathLst>
              <a:path extrusionOk="0" h="1355090" w="21725637">
                <a:moveTo>
                  <a:pt x="0" y="135509"/>
                </a:moveTo>
                <a:cubicBezTo>
                  <a:pt x="0" y="60706"/>
                  <a:pt x="60706" y="0"/>
                  <a:pt x="135509" y="0"/>
                </a:cubicBezTo>
                <a:lnTo>
                  <a:pt x="21590127" y="0"/>
                </a:lnTo>
                <a:cubicBezTo>
                  <a:pt x="21664930" y="0"/>
                  <a:pt x="21725637" y="60706"/>
                  <a:pt x="21725637" y="135509"/>
                </a:cubicBezTo>
                <a:lnTo>
                  <a:pt x="21725637" y="1219581"/>
                </a:lnTo>
                <a:cubicBezTo>
                  <a:pt x="21725637" y="1294384"/>
                  <a:pt x="21664930" y="1355090"/>
                  <a:pt x="21590127" y="1355090"/>
                </a:cubicBezTo>
                <a:lnTo>
                  <a:pt x="135509" y="1355090"/>
                </a:lnTo>
                <a:cubicBezTo>
                  <a:pt x="60706" y="1355090"/>
                  <a:pt x="0" y="1294511"/>
                  <a:pt x="0" y="121958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1029500" y="5037706"/>
            <a:ext cx="137255" cy="1002030"/>
          </a:xfrm>
          <a:custGeom>
            <a:rect b="b" l="l" r="r" t="t"/>
            <a:pathLst>
              <a:path extrusionOk="0" h="1336040" w="183007">
                <a:moveTo>
                  <a:pt x="0" y="0"/>
                </a:moveTo>
                <a:lnTo>
                  <a:pt x="183007" y="0"/>
                </a:lnTo>
                <a:lnTo>
                  <a:pt x="183007" y="1336040"/>
                </a:lnTo>
                <a:lnTo>
                  <a:pt x="0" y="1336040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571" name="Google Shape;571;p12"/>
          <p:cNvSpPr/>
          <p:nvPr/>
        </p:nvSpPr>
        <p:spPr>
          <a:xfrm>
            <a:off x="1022356" y="6279690"/>
            <a:ext cx="16294228" cy="1016317"/>
          </a:xfrm>
          <a:custGeom>
            <a:rect b="b" l="l" r="r" t="t"/>
            <a:pathLst>
              <a:path extrusionOk="0" h="1355090" w="21725637">
                <a:moveTo>
                  <a:pt x="0" y="135509"/>
                </a:moveTo>
                <a:cubicBezTo>
                  <a:pt x="0" y="60706"/>
                  <a:pt x="60706" y="0"/>
                  <a:pt x="135509" y="0"/>
                </a:cubicBezTo>
                <a:lnTo>
                  <a:pt x="21590127" y="0"/>
                </a:lnTo>
                <a:cubicBezTo>
                  <a:pt x="21664930" y="0"/>
                  <a:pt x="21725637" y="60706"/>
                  <a:pt x="21725637" y="135509"/>
                </a:cubicBezTo>
                <a:lnTo>
                  <a:pt x="21725637" y="1219581"/>
                </a:lnTo>
                <a:cubicBezTo>
                  <a:pt x="21725637" y="1294384"/>
                  <a:pt x="21664930" y="1355090"/>
                  <a:pt x="21590127" y="1355090"/>
                </a:cubicBezTo>
                <a:lnTo>
                  <a:pt x="135509" y="1355090"/>
                </a:lnTo>
                <a:cubicBezTo>
                  <a:pt x="60706" y="1355090"/>
                  <a:pt x="0" y="1294511"/>
                  <a:pt x="0" y="121958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1029500" y="6286843"/>
            <a:ext cx="137255" cy="1002030"/>
          </a:xfrm>
          <a:custGeom>
            <a:rect b="b" l="l" r="r" t="t"/>
            <a:pathLst>
              <a:path extrusionOk="0" h="1336040" w="183007">
                <a:moveTo>
                  <a:pt x="0" y="0"/>
                </a:moveTo>
                <a:lnTo>
                  <a:pt x="183007" y="0"/>
                </a:lnTo>
                <a:lnTo>
                  <a:pt x="183007" y="1336040"/>
                </a:lnTo>
                <a:lnTo>
                  <a:pt x="0" y="1336040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573" name="Google Shape;573;p12"/>
          <p:cNvSpPr/>
          <p:nvPr/>
        </p:nvSpPr>
        <p:spPr>
          <a:xfrm>
            <a:off x="1022356" y="7528827"/>
            <a:ext cx="16294228" cy="1016318"/>
          </a:xfrm>
          <a:custGeom>
            <a:rect b="b" l="l" r="r" t="t"/>
            <a:pathLst>
              <a:path extrusionOk="0" h="1355090" w="21725637">
                <a:moveTo>
                  <a:pt x="0" y="135509"/>
                </a:moveTo>
                <a:cubicBezTo>
                  <a:pt x="0" y="60706"/>
                  <a:pt x="60706" y="0"/>
                  <a:pt x="135509" y="0"/>
                </a:cubicBezTo>
                <a:lnTo>
                  <a:pt x="21590127" y="0"/>
                </a:lnTo>
                <a:cubicBezTo>
                  <a:pt x="21664930" y="0"/>
                  <a:pt x="21725637" y="60706"/>
                  <a:pt x="21725637" y="135509"/>
                </a:cubicBezTo>
                <a:lnTo>
                  <a:pt x="21725637" y="1219581"/>
                </a:lnTo>
                <a:cubicBezTo>
                  <a:pt x="21725637" y="1294384"/>
                  <a:pt x="21664930" y="1355090"/>
                  <a:pt x="21590127" y="1355090"/>
                </a:cubicBezTo>
                <a:lnTo>
                  <a:pt x="135509" y="1355090"/>
                </a:lnTo>
                <a:cubicBezTo>
                  <a:pt x="60706" y="1355090"/>
                  <a:pt x="0" y="1294511"/>
                  <a:pt x="0" y="121958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E6EEF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1029500" y="7535970"/>
            <a:ext cx="137255" cy="1002030"/>
          </a:xfrm>
          <a:custGeom>
            <a:rect b="b" l="l" r="r" t="t"/>
            <a:pathLst>
              <a:path extrusionOk="0" h="1336040" w="183007">
                <a:moveTo>
                  <a:pt x="0" y="0"/>
                </a:moveTo>
                <a:lnTo>
                  <a:pt x="183007" y="0"/>
                </a:lnTo>
                <a:lnTo>
                  <a:pt x="183007" y="1336040"/>
                </a:lnTo>
                <a:lnTo>
                  <a:pt x="0" y="1336040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575" name="Google Shape;575;p12"/>
          <p:cNvSpPr/>
          <p:nvPr/>
        </p:nvSpPr>
        <p:spPr>
          <a:xfrm>
            <a:off x="16258748" y="2668929"/>
            <a:ext cx="825647" cy="743083"/>
          </a:xfrm>
          <a:custGeom>
            <a:rect b="b" l="l" r="r" t="t"/>
            <a:pathLst>
              <a:path extrusionOk="0" h="743083" w="825647">
                <a:moveTo>
                  <a:pt x="0" y="0"/>
                </a:moveTo>
                <a:lnTo>
                  <a:pt x="825647" y="0"/>
                </a:lnTo>
                <a:lnTo>
                  <a:pt x="825647" y="743083"/>
                </a:lnTo>
                <a:lnTo>
                  <a:pt x="0" y="743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6" name="Google Shape;576;p12"/>
          <p:cNvSpPr/>
          <p:nvPr/>
        </p:nvSpPr>
        <p:spPr>
          <a:xfrm>
            <a:off x="15322984" y="2808359"/>
            <a:ext cx="759054" cy="464223"/>
          </a:xfrm>
          <a:custGeom>
            <a:rect b="b" l="l" r="r" t="t"/>
            <a:pathLst>
              <a:path extrusionOk="0" h="464223" w="759054">
                <a:moveTo>
                  <a:pt x="0" y="0"/>
                </a:moveTo>
                <a:lnTo>
                  <a:pt x="759053" y="0"/>
                </a:lnTo>
                <a:lnTo>
                  <a:pt x="759053" y="464223"/>
                </a:lnTo>
                <a:lnTo>
                  <a:pt x="0" y="464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12"/>
          <p:cNvSpPr/>
          <p:nvPr/>
        </p:nvSpPr>
        <p:spPr>
          <a:xfrm>
            <a:off x="14857640" y="3956666"/>
            <a:ext cx="2226755" cy="638413"/>
          </a:xfrm>
          <a:custGeom>
            <a:rect b="b" l="l" r="r" t="t"/>
            <a:pathLst>
              <a:path extrusionOk="0" h="638413" w="2226755">
                <a:moveTo>
                  <a:pt x="0" y="0"/>
                </a:moveTo>
                <a:lnTo>
                  <a:pt x="2226755" y="0"/>
                </a:lnTo>
                <a:lnTo>
                  <a:pt x="2226755" y="638413"/>
                </a:lnTo>
                <a:lnTo>
                  <a:pt x="0" y="638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8" name="Google Shape;578;p12"/>
          <p:cNvSpPr/>
          <p:nvPr/>
        </p:nvSpPr>
        <p:spPr>
          <a:xfrm>
            <a:off x="13879307" y="3980328"/>
            <a:ext cx="591090" cy="591090"/>
          </a:xfrm>
          <a:custGeom>
            <a:rect b="b" l="l" r="r" t="t"/>
            <a:pathLst>
              <a:path extrusionOk="0" h="591090" w="591090">
                <a:moveTo>
                  <a:pt x="0" y="0"/>
                </a:moveTo>
                <a:lnTo>
                  <a:pt x="591090" y="0"/>
                </a:lnTo>
                <a:lnTo>
                  <a:pt x="591090" y="591089"/>
                </a:lnTo>
                <a:lnTo>
                  <a:pt x="0" y="591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9" name="Google Shape;579;p12"/>
          <p:cNvSpPr/>
          <p:nvPr/>
        </p:nvSpPr>
        <p:spPr>
          <a:xfrm>
            <a:off x="16367469" y="5166546"/>
            <a:ext cx="716927" cy="716927"/>
          </a:xfrm>
          <a:custGeom>
            <a:rect b="b" l="l" r="r" t="t"/>
            <a:pathLst>
              <a:path extrusionOk="0" h="716927" w="716927">
                <a:moveTo>
                  <a:pt x="0" y="0"/>
                </a:moveTo>
                <a:lnTo>
                  <a:pt x="716926" y="0"/>
                </a:lnTo>
                <a:lnTo>
                  <a:pt x="716926" y="716927"/>
                </a:lnTo>
                <a:lnTo>
                  <a:pt x="0" y="716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0" name="Google Shape;580;p12"/>
          <p:cNvSpPr/>
          <p:nvPr/>
        </p:nvSpPr>
        <p:spPr>
          <a:xfrm>
            <a:off x="16381044" y="6411471"/>
            <a:ext cx="703352" cy="725331"/>
          </a:xfrm>
          <a:custGeom>
            <a:rect b="b" l="l" r="r" t="t"/>
            <a:pathLst>
              <a:path extrusionOk="0" h="725331" w="703352">
                <a:moveTo>
                  <a:pt x="0" y="0"/>
                </a:moveTo>
                <a:lnTo>
                  <a:pt x="703351" y="0"/>
                </a:lnTo>
                <a:lnTo>
                  <a:pt x="703351" y="725332"/>
                </a:lnTo>
                <a:lnTo>
                  <a:pt x="0" y="725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1" name="Google Shape;581;p12"/>
          <p:cNvSpPr/>
          <p:nvPr/>
        </p:nvSpPr>
        <p:spPr>
          <a:xfrm>
            <a:off x="16309015" y="7635575"/>
            <a:ext cx="775380" cy="775380"/>
          </a:xfrm>
          <a:custGeom>
            <a:rect b="b" l="l" r="r" t="t"/>
            <a:pathLst>
              <a:path extrusionOk="0" h="775380" w="775380">
                <a:moveTo>
                  <a:pt x="0" y="0"/>
                </a:moveTo>
                <a:lnTo>
                  <a:pt x="775380" y="0"/>
                </a:lnTo>
                <a:lnTo>
                  <a:pt x="775380" y="775380"/>
                </a:lnTo>
                <a:lnTo>
                  <a:pt x="0" y="775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2" name="Google Shape;582;p12"/>
          <p:cNvSpPr/>
          <p:nvPr/>
        </p:nvSpPr>
        <p:spPr>
          <a:xfrm>
            <a:off x="15499888" y="6390256"/>
            <a:ext cx="758860" cy="781487"/>
          </a:xfrm>
          <a:custGeom>
            <a:rect b="b" l="l" r="r" t="t"/>
            <a:pathLst>
              <a:path extrusionOk="0" h="781487" w="758860">
                <a:moveTo>
                  <a:pt x="0" y="0"/>
                </a:moveTo>
                <a:lnTo>
                  <a:pt x="758860" y="0"/>
                </a:lnTo>
                <a:lnTo>
                  <a:pt x="758860" y="781487"/>
                </a:lnTo>
                <a:lnTo>
                  <a:pt x="0" y="781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3" name="Google Shape;583;p12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Tecnologías del desarrollo</a:t>
            </a:r>
            <a:endParaRPr/>
          </a:p>
        </p:txBody>
      </p:sp>
      <p:sp>
        <p:nvSpPr>
          <p:cNvPr id="584" name="Google Shape;584;p12"/>
          <p:cNvSpPr txBox="1"/>
          <p:nvPr/>
        </p:nvSpPr>
        <p:spPr>
          <a:xfrm>
            <a:off x="1491567" y="2845975"/>
            <a:ext cx="4072404" cy="3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Interfaz web</a:t>
            </a:r>
            <a:endParaRPr/>
          </a:p>
        </p:txBody>
      </p:sp>
      <p:sp>
        <p:nvSpPr>
          <p:cNvPr id="585" name="Google Shape;585;p12"/>
          <p:cNvSpPr txBox="1"/>
          <p:nvPr/>
        </p:nvSpPr>
        <p:spPr>
          <a:xfrm>
            <a:off x="5842940" y="2859700"/>
            <a:ext cx="44056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React.js (TS) / Next.js · Tailwind CSS</a:t>
            </a:r>
            <a:endParaRPr/>
          </a:p>
        </p:txBody>
      </p:sp>
      <p:sp>
        <p:nvSpPr>
          <p:cNvPr id="586" name="Google Shape;586;p12"/>
          <p:cNvSpPr txBox="1"/>
          <p:nvPr/>
        </p:nvSpPr>
        <p:spPr>
          <a:xfrm>
            <a:off x="1491567" y="4095102"/>
            <a:ext cx="1212652" cy="361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587" name="Google Shape;587;p12"/>
          <p:cNvSpPr txBox="1"/>
          <p:nvPr/>
        </p:nvSpPr>
        <p:spPr>
          <a:xfrm>
            <a:off x="5842940" y="4108828"/>
            <a:ext cx="10523963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Node.js / Express · TypeScript · API REST</a:t>
            </a:r>
            <a:endParaRPr/>
          </a:p>
        </p:txBody>
      </p:sp>
      <p:sp>
        <p:nvSpPr>
          <p:cNvPr id="588" name="Google Shape;588;p12"/>
          <p:cNvSpPr txBox="1"/>
          <p:nvPr/>
        </p:nvSpPr>
        <p:spPr>
          <a:xfrm>
            <a:off x="1491567" y="5344239"/>
            <a:ext cx="2689845" cy="361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Procesamiento e IA</a:t>
            </a:r>
            <a:endParaRPr/>
          </a:p>
        </p:txBody>
      </p:sp>
      <p:sp>
        <p:nvSpPr>
          <p:cNvPr id="589" name="Google Shape;589;p12"/>
          <p:cNvSpPr txBox="1"/>
          <p:nvPr/>
        </p:nvSpPr>
        <p:spPr>
          <a:xfrm>
            <a:off x="5842940" y="5357965"/>
            <a:ext cx="373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Express · API de IA multimodal</a:t>
            </a:r>
            <a:endParaRPr/>
          </a:p>
        </p:txBody>
      </p:sp>
      <p:sp>
        <p:nvSpPr>
          <p:cNvPr id="590" name="Google Shape;590;p12"/>
          <p:cNvSpPr txBox="1"/>
          <p:nvPr/>
        </p:nvSpPr>
        <p:spPr>
          <a:xfrm>
            <a:off x="1491567" y="6593367"/>
            <a:ext cx="4072404" cy="3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Persistencia</a:t>
            </a:r>
            <a:endParaRPr/>
          </a:p>
        </p:txBody>
      </p:sp>
      <p:sp>
        <p:nvSpPr>
          <p:cNvPr id="591" name="Google Shape;591;p12"/>
          <p:cNvSpPr txBox="1"/>
          <p:nvPr/>
        </p:nvSpPr>
        <p:spPr>
          <a:xfrm>
            <a:off x="5842940" y="6607092"/>
            <a:ext cx="69294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PostgreSQL / Supabase · Data Warehouse (En desarollo)</a:t>
            </a:r>
            <a:endParaRPr/>
          </a:p>
        </p:txBody>
      </p:sp>
      <p:sp>
        <p:nvSpPr>
          <p:cNvPr id="592" name="Google Shape;592;p12"/>
          <p:cNvSpPr txBox="1"/>
          <p:nvPr/>
        </p:nvSpPr>
        <p:spPr>
          <a:xfrm>
            <a:off x="1491567" y="7842494"/>
            <a:ext cx="3085207" cy="361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Seguridad y operación</a:t>
            </a:r>
            <a:endParaRPr/>
          </a:p>
        </p:txBody>
      </p:sp>
      <p:sp>
        <p:nvSpPr>
          <p:cNvPr id="593" name="Google Shape;593;p12"/>
          <p:cNvSpPr txBox="1"/>
          <p:nvPr/>
        </p:nvSpPr>
        <p:spPr>
          <a:xfrm>
            <a:off x="5842940" y="7856230"/>
            <a:ext cx="10523963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HTTPS · JWT · Git/GitHub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599" name="Google Shape;599;p13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600" name="Google Shape;600;p13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Estimación de riesgos</a:t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602" name="Google Shape;602;p13"/>
          <p:cNvSpPr/>
          <p:nvPr/>
        </p:nvSpPr>
        <p:spPr>
          <a:xfrm>
            <a:off x="1987662" y="3097171"/>
            <a:ext cx="1134439" cy="960871"/>
          </a:xfrm>
          <a:custGeom>
            <a:rect b="b" l="l" r="r" t="t"/>
            <a:pathLst>
              <a:path extrusionOk="0" h="985012" w="1162939">
                <a:moveTo>
                  <a:pt x="0" y="0"/>
                </a:moveTo>
                <a:lnTo>
                  <a:pt x="1162939" y="0"/>
                </a:lnTo>
                <a:lnTo>
                  <a:pt x="116293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grpSp>
        <p:nvGrpSpPr>
          <p:cNvPr id="603" name="Google Shape;603;p13"/>
          <p:cNvGrpSpPr/>
          <p:nvPr/>
        </p:nvGrpSpPr>
        <p:grpSpPr>
          <a:xfrm>
            <a:off x="2096150" y="3156068"/>
            <a:ext cx="917486" cy="843094"/>
            <a:chOff x="0" y="0"/>
            <a:chExt cx="940537" cy="864275"/>
          </a:xfrm>
        </p:grpSpPr>
        <p:sp>
          <p:nvSpPr>
            <p:cNvPr id="604" name="Google Shape;604;p13"/>
            <p:cNvSpPr/>
            <p:nvPr/>
          </p:nvSpPr>
          <p:spPr>
            <a:xfrm>
              <a:off x="0" y="0"/>
              <a:ext cx="940535" cy="864275"/>
            </a:xfrm>
            <a:custGeom>
              <a:rect b="b" l="l" r="r" t="t"/>
              <a:pathLst>
                <a:path extrusionOk="0" h="864275" w="940535">
                  <a:moveTo>
                    <a:pt x="0" y="0"/>
                  </a:moveTo>
                  <a:lnTo>
                    <a:pt x="940535" y="0"/>
                  </a:lnTo>
                  <a:lnTo>
                    <a:pt x="940535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7902" r="-67902" t="0"/>
              </a:stretch>
            </a:blipFill>
            <a:ln>
              <a:noFill/>
            </a:ln>
          </p:spPr>
        </p:sp>
        <p:sp>
          <p:nvSpPr>
            <p:cNvPr id="605" name="Google Shape;605;p13"/>
            <p:cNvSpPr txBox="1"/>
            <p:nvPr/>
          </p:nvSpPr>
          <p:spPr>
            <a:xfrm>
              <a:off x="0" y="0"/>
              <a:ext cx="940537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ID</a:t>
              </a:r>
              <a:endParaRPr/>
            </a:p>
          </p:txBody>
        </p:sp>
      </p:grpSp>
      <p:sp>
        <p:nvSpPr>
          <p:cNvPr id="606" name="Google Shape;606;p13"/>
          <p:cNvSpPr/>
          <p:nvPr/>
        </p:nvSpPr>
        <p:spPr>
          <a:xfrm>
            <a:off x="3103517" y="3097171"/>
            <a:ext cx="6217793" cy="960871"/>
          </a:xfrm>
          <a:custGeom>
            <a:rect b="b" l="l" r="r" t="t"/>
            <a:pathLst>
              <a:path extrusionOk="0" h="985012" w="6374003">
                <a:moveTo>
                  <a:pt x="0" y="0"/>
                </a:moveTo>
                <a:lnTo>
                  <a:pt x="6374003" y="0"/>
                </a:lnTo>
                <a:lnTo>
                  <a:pt x="6374003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607" name="Google Shape;607;p13"/>
          <p:cNvSpPr/>
          <p:nvPr/>
        </p:nvSpPr>
        <p:spPr>
          <a:xfrm>
            <a:off x="9302738" y="3097171"/>
            <a:ext cx="2250294" cy="960871"/>
          </a:xfrm>
          <a:custGeom>
            <a:rect b="b" l="l" r="r" t="t"/>
            <a:pathLst>
              <a:path extrusionOk="0" h="985012" w="2306828">
                <a:moveTo>
                  <a:pt x="0" y="0"/>
                </a:moveTo>
                <a:lnTo>
                  <a:pt x="2306828" y="0"/>
                </a:lnTo>
                <a:lnTo>
                  <a:pt x="2306828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grpSp>
        <p:nvGrpSpPr>
          <p:cNvPr id="608" name="Google Shape;608;p13"/>
          <p:cNvGrpSpPr/>
          <p:nvPr/>
        </p:nvGrpSpPr>
        <p:grpSpPr>
          <a:xfrm>
            <a:off x="9411226" y="3156068"/>
            <a:ext cx="2033344" cy="843094"/>
            <a:chOff x="0" y="0"/>
            <a:chExt cx="2084428" cy="864275"/>
          </a:xfrm>
        </p:grpSpPr>
        <p:sp>
          <p:nvSpPr>
            <p:cNvPr id="609" name="Google Shape;609;p13"/>
            <p:cNvSpPr/>
            <p:nvPr/>
          </p:nvSpPr>
          <p:spPr>
            <a:xfrm>
              <a:off x="0" y="0"/>
              <a:ext cx="2084428" cy="864275"/>
            </a:xfrm>
            <a:custGeom>
              <a:rect b="b" l="l" r="r" t="t"/>
              <a:pathLst>
                <a:path extrusionOk="0" h="864275" w="2084428">
                  <a:moveTo>
                    <a:pt x="0" y="0"/>
                  </a:moveTo>
                  <a:lnTo>
                    <a:pt x="2084428" y="0"/>
                  </a:lnTo>
                  <a:lnTo>
                    <a:pt x="2084428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198" r="-3198" t="0"/>
              </a:stretch>
            </a:blipFill>
            <a:ln>
              <a:noFill/>
            </a:ln>
          </p:spPr>
        </p:sp>
        <p:sp>
          <p:nvSpPr>
            <p:cNvPr id="610" name="Google Shape;610;p13"/>
            <p:cNvSpPr txBox="1"/>
            <p:nvPr/>
          </p:nvSpPr>
          <p:spPr>
            <a:xfrm>
              <a:off x="0" y="0"/>
              <a:ext cx="2084426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Probabilidad</a:t>
              </a:r>
              <a:endParaRPr/>
            </a:p>
          </p:txBody>
        </p:sp>
      </p:grpSp>
      <p:sp>
        <p:nvSpPr>
          <p:cNvPr id="611" name="Google Shape;611;p13"/>
          <p:cNvSpPr/>
          <p:nvPr/>
        </p:nvSpPr>
        <p:spPr>
          <a:xfrm>
            <a:off x="11534461" y="3097171"/>
            <a:ext cx="1878382" cy="960871"/>
          </a:xfrm>
          <a:custGeom>
            <a:rect b="b" l="l" r="r" t="t"/>
            <a:pathLst>
              <a:path extrusionOk="0" h="985012" w="1925574">
                <a:moveTo>
                  <a:pt x="0" y="0"/>
                </a:moveTo>
                <a:lnTo>
                  <a:pt x="1925574" y="0"/>
                </a:lnTo>
                <a:lnTo>
                  <a:pt x="1925574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grpSp>
        <p:nvGrpSpPr>
          <p:cNvPr id="612" name="Google Shape;612;p13"/>
          <p:cNvGrpSpPr/>
          <p:nvPr/>
        </p:nvGrpSpPr>
        <p:grpSpPr>
          <a:xfrm>
            <a:off x="11642949" y="3156068"/>
            <a:ext cx="1661394" cy="843094"/>
            <a:chOff x="0" y="0"/>
            <a:chExt cx="1703133" cy="864275"/>
          </a:xfrm>
        </p:grpSpPr>
        <p:sp>
          <p:nvSpPr>
            <p:cNvPr id="613" name="Google Shape;613;p13"/>
            <p:cNvSpPr/>
            <p:nvPr/>
          </p:nvSpPr>
          <p:spPr>
            <a:xfrm>
              <a:off x="0" y="0"/>
              <a:ext cx="1703131" cy="864275"/>
            </a:xfrm>
            <a:custGeom>
              <a:rect b="b" l="l" r="r" t="t"/>
              <a:pathLst>
                <a:path extrusionOk="0" h="864275" w="1703131">
                  <a:moveTo>
                    <a:pt x="0" y="0"/>
                  </a:moveTo>
                  <a:lnTo>
                    <a:pt x="1703131" y="0"/>
                  </a:lnTo>
                  <a:lnTo>
                    <a:pt x="1703131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5109" r="-15109" t="0"/>
              </a:stretch>
            </a:blipFill>
            <a:ln>
              <a:noFill/>
            </a:ln>
          </p:spPr>
        </p:sp>
        <p:sp>
          <p:nvSpPr>
            <p:cNvPr id="614" name="Google Shape;614;p13"/>
            <p:cNvSpPr txBox="1"/>
            <p:nvPr/>
          </p:nvSpPr>
          <p:spPr>
            <a:xfrm>
              <a:off x="0" y="0"/>
              <a:ext cx="1703133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Impacto</a:t>
              </a:r>
              <a:endParaRPr/>
            </a:p>
          </p:txBody>
        </p:sp>
      </p:grpSp>
      <p:sp>
        <p:nvSpPr>
          <p:cNvPr id="615" name="Google Shape;615;p13"/>
          <p:cNvSpPr/>
          <p:nvPr/>
        </p:nvSpPr>
        <p:spPr>
          <a:xfrm>
            <a:off x="13394224" y="3097171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grpSp>
        <p:nvGrpSpPr>
          <p:cNvPr id="616" name="Google Shape;616;p13"/>
          <p:cNvGrpSpPr/>
          <p:nvPr/>
        </p:nvGrpSpPr>
        <p:grpSpPr>
          <a:xfrm>
            <a:off x="13502712" y="3156068"/>
            <a:ext cx="2529283" cy="843094"/>
            <a:chOff x="0" y="0"/>
            <a:chExt cx="2592826" cy="864275"/>
          </a:xfrm>
        </p:grpSpPr>
        <p:sp>
          <p:nvSpPr>
            <p:cNvPr id="617" name="Google Shape;617;p13"/>
            <p:cNvSpPr/>
            <p:nvPr/>
          </p:nvSpPr>
          <p:spPr>
            <a:xfrm>
              <a:off x="0" y="0"/>
              <a:ext cx="2592826" cy="864275"/>
            </a:xfrm>
            <a:custGeom>
              <a:rect b="b" l="l" r="r" t="t"/>
              <a:pathLst>
                <a:path extrusionOk="0" h="864275" w="2592826">
                  <a:moveTo>
                    <a:pt x="0" y="0"/>
                  </a:moveTo>
                  <a:lnTo>
                    <a:pt x="2592826" y="0"/>
                  </a:lnTo>
                  <a:lnTo>
                    <a:pt x="2592826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4" l="0" r="0" t="-8455"/>
              </a:stretch>
            </a:blipFill>
            <a:ln>
              <a:noFill/>
            </a:ln>
          </p:spPr>
        </p:sp>
        <p:sp>
          <p:nvSpPr>
            <p:cNvPr id="618" name="Google Shape;618;p13"/>
            <p:cNvSpPr txBox="1"/>
            <p:nvPr/>
          </p:nvSpPr>
          <p:spPr>
            <a:xfrm>
              <a:off x="0" y="0"/>
              <a:ext cx="2592819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Nivel</a:t>
              </a:r>
              <a:endParaRPr/>
            </a:p>
          </p:txBody>
        </p:sp>
      </p:grpSp>
      <p:sp>
        <p:nvSpPr>
          <p:cNvPr id="619" name="Google Shape;619;p13"/>
          <p:cNvSpPr/>
          <p:nvPr/>
        </p:nvSpPr>
        <p:spPr>
          <a:xfrm>
            <a:off x="1987662" y="4039460"/>
            <a:ext cx="1134439" cy="960871"/>
          </a:xfrm>
          <a:custGeom>
            <a:rect b="b" l="l" r="r" t="t"/>
            <a:pathLst>
              <a:path extrusionOk="0" h="985012" w="1162939">
                <a:moveTo>
                  <a:pt x="0" y="0"/>
                </a:moveTo>
                <a:lnTo>
                  <a:pt x="1162939" y="0"/>
                </a:lnTo>
                <a:lnTo>
                  <a:pt x="116293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20" name="Google Shape;620;p13"/>
          <p:cNvGrpSpPr/>
          <p:nvPr/>
        </p:nvGrpSpPr>
        <p:grpSpPr>
          <a:xfrm>
            <a:off x="2120940" y="4098344"/>
            <a:ext cx="867894" cy="843094"/>
            <a:chOff x="0" y="0"/>
            <a:chExt cx="889699" cy="864275"/>
          </a:xfrm>
        </p:grpSpPr>
        <p:sp>
          <p:nvSpPr>
            <p:cNvPr id="621" name="Google Shape;621;p13"/>
            <p:cNvSpPr/>
            <p:nvPr/>
          </p:nvSpPr>
          <p:spPr>
            <a:xfrm>
              <a:off x="0" y="0"/>
              <a:ext cx="889695" cy="864275"/>
            </a:xfrm>
            <a:custGeom>
              <a:rect b="b" l="l" r="r" t="t"/>
              <a:pathLst>
                <a:path extrusionOk="0" h="864275" w="889695">
                  <a:moveTo>
                    <a:pt x="0" y="0"/>
                  </a:moveTo>
                  <a:lnTo>
                    <a:pt x="889695" y="0"/>
                  </a:lnTo>
                  <a:lnTo>
                    <a:pt x="889695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4639" r="-74639" t="0"/>
              </a:stretch>
            </a:blipFill>
            <a:ln>
              <a:noFill/>
            </a:ln>
          </p:spPr>
        </p:sp>
        <p:sp>
          <p:nvSpPr>
            <p:cNvPr id="622" name="Google Shape;622;p13"/>
            <p:cNvSpPr txBox="1"/>
            <p:nvPr/>
          </p:nvSpPr>
          <p:spPr>
            <a:xfrm>
              <a:off x="0" y="0"/>
              <a:ext cx="889699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R01</a:t>
              </a:r>
              <a:endParaRPr/>
            </a:p>
          </p:txBody>
        </p:sp>
      </p:grpSp>
      <p:sp>
        <p:nvSpPr>
          <p:cNvPr id="623" name="Google Shape;623;p13"/>
          <p:cNvSpPr/>
          <p:nvPr/>
        </p:nvSpPr>
        <p:spPr>
          <a:xfrm>
            <a:off x="3103517" y="4039460"/>
            <a:ext cx="6217793" cy="960871"/>
          </a:xfrm>
          <a:custGeom>
            <a:rect b="b" l="l" r="r" t="t"/>
            <a:pathLst>
              <a:path extrusionOk="0" h="985012" w="6374003">
                <a:moveTo>
                  <a:pt x="0" y="0"/>
                </a:moveTo>
                <a:lnTo>
                  <a:pt x="6374003" y="0"/>
                </a:lnTo>
                <a:lnTo>
                  <a:pt x="6374003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24" name="Google Shape;624;p13"/>
          <p:cNvGrpSpPr/>
          <p:nvPr/>
        </p:nvGrpSpPr>
        <p:grpSpPr>
          <a:xfrm>
            <a:off x="3236807" y="4098344"/>
            <a:ext cx="5951252" cy="843094"/>
            <a:chOff x="0" y="0"/>
            <a:chExt cx="6100766" cy="864275"/>
          </a:xfrm>
        </p:grpSpPr>
        <p:sp>
          <p:nvSpPr>
            <p:cNvPr id="625" name="Google Shape;625;p13"/>
            <p:cNvSpPr/>
            <p:nvPr/>
          </p:nvSpPr>
          <p:spPr>
            <a:xfrm>
              <a:off x="0" y="0"/>
              <a:ext cx="6100766" cy="864275"/>
            </a:xfrm>
            <a:custGeom>
              <a:rect b="b" l="l" r="r" t="t"/>
              <a:pathLst>
                <a:path extrusionOk="0" h="864275" w="6100766">
                  <a:moveTo>
                    <a:pt x="0" y="0"/>
                  </a:moveTo>
                  <a:lnTo>
                    <a:pt x="6100766" y="0"/>
                  </a:lnTo>
                  <a:lnTo>
                    <a:pt x="6100766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544" l="0" r="0" t="-87544"/>
              </a:stretch>
            </a:blipFill>
            <a:ln>
              <a:noFill/>
            </a:ln>
          </p:spPr>
        </p:sp>
        <p:sp>
          <p:nvSpPr>
            <p:cNvPr id="626" name="Google Shape;626;p13"/>
            <p:cNvSpPr txBox="1"/>
            <p:nvPr/>
          </p:nvSpPr>
          <p:spPr>
            <a:xfrm>
              <a:off x="0" y="0"/>
              <a:ext cx="6100762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Retrasos en el desarrollo e integración de módulos</a:t>
              </a:r>
              <a:endParaRPr/>
            </a:p>
          </p:txBody>
        </p:sp>
      </p:grpSp>
      <p:sp>
        <p:nvSpPr>
          <p:cNvPr id="627" name="Google Shape;627;p13"/>
          <p:cNvSpPr/>
          <p:nvPr/>
        </p:nvSpPr>
        <p:spPr>
          <a:xfrm>
            <a:off x="9302738" y="4039460"/>
            <a:ext cx="2250294" cy="960871"/>
          </a:xfrm>
          <a:custGeom>
            <a:rect b="b" l="l" r="r" t="t"/>
            <a:pathLst>
              <a:path extrusionOk="0" h="985012" w="2306828">
                <a:moveTo>
                  <a:pt x="0" y="0"/>
                </a:moveTo>
                <a:lnTo>
                  <a:pt x="2306828" y="0"/>
                </a:lnTo>
                <a:lnTo>
                  <a:pt x="2306828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28" name="Google Shape;628;p13"/>
          <p:cNvGrpSpPr/>
          <p:nvPr/>
        </p:nvGrpSpPr>
        <p:grpSpPr>
          <a:xfrm>
            <a:off x="9436029" y="4098344"/>
            <a:ext cx="1983750" cy="843094"/>
            <a:chOff x="0" y="0"/>
            <a:chExt cx="2033589" cy="864275"/>
          </a:xfrm>
        </p:grpSpPr>
        <p:sp>
          <p:nvSpPr>
            <p:cNvPr id="629" name="Google Shape;629;p13"/>
            <p:cNvSpPr/>
            <p:nvPr/>
          </p:nvSpPr>
          <p:spPr>
            <a:xfrm>
              <a:off x="0" y="0"/>
              <a:ext cx="2033589" cy="864275"/>
            </a:xfrm>
            <a:custGeom>
              <a:rect b="b" l="l" r="r" t="t"/>
              <a:pathLst>
                <a:path extrusionOk="0" h="864275" w="2033589">
                  <a:moveTo>
                    <a:pt x="0" y="0"/>
                  </a:moveTo>
                  <a:lnTo>
                    <a:pt x="2033589" y="0"/>
                  </a:lnTo>
                  <a:lnTo>
                    <a:pt x="2033589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528" r="-4528" t="0"/>
              </a:stretch>
            </a:blipFill>
            <a:ln>
              <a:noFill/>
            </a:ln>
          </p:spPr>
        </p:sp>
        <p:sp>
          <p:nvSpPr>
            <p:cNvPr id="630" name="Google Shape;630;p13"/>
            <p:cNvSpPr txBox="1"/>
            <p:nvPr/>
          </p:nvSpPr>
          <p:spPr>
            <a:xfrm>
              <a:off x="0" y="0"/>
              <a:ext cx="2033588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31" name="Google Shape;631;p13"/>
          <p:cNvSpPr/>
          <p:nvPr/>
        </p:nvSpPr>
        <p:spPr>
          <a:xfrm>
            <a:off x="11534461" y="4039460"/>
            <a:ext cx="1878382" cy="960871"/>
          </a:xfrm>
          <a:custGeom>
            <a:rect b="b" l="l" r="r" t="t"/>
            <a:pathLst>
              <a:path extrusionOk="0" h="985012" w="1925574">
                <a:moveTo>
                  <a:pt x="0" y="0"/>
                </a:moveTo>
                <a:lnTo>
                  <a:pt x="1925574" y="0"/>
                </a:lnTo>
                <a:lnTo>
                  <a:pt x="1925574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32" name="Google Shape;632;p13"/>
          <p:cNvGrpSpPr/>
          <p:nvPr/>
        </p:nvGrpSpPr>
        <p:grpSpPr>
          <a:xfrm>
            <a:off x="11667739" y="4098344"/>
            <a:ext cx="1611802" cy="843094"/>
            <a:chOff x="0" y="0"/>
            <a:chExt cx="1652295" cy="864275"/>
          </a:xfrm>
        </p:grpSpPr>
        <p:sp>
          <p:nvSpPr>
            <p:cNvPr id="633" name="Google Shape;633;p13"/>
            <p:cNvSpPr/>
            <p:nvPr/>
          </p:nvSpPr>
          <p:spPr>
            <a:xfrm>
              <a:off x="0" y="0"/>
              <a:ext cx="1652291" cy="864275"/>
            </a:xfrm>
            <a:custGeom>
              <a:rect b="b" l="l" r="r" t="t"/>
              <a:pathLst>
                <a:path extrusionOk="0" h="864275" w="1652291">
                  <a:moveTo>
                    <a:pt x="0" y="0"/>
                  </a:moveTo>
                  <a:lnTo>
                    <a:pt x="1652291" y="0"/>
                  </a:lnTo>
                  <a:lnTo>
                    <a:pt x="1652291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7112" r="-17112" t="0"/>
              </a:stretch>
            </a:blipFill>
            <a:ln>
              <a:noFill/>
            </a:ln>
          </p:spPr>
        </p:sp>
        <p:sp>
          <p:nvSpPr>
            <p:cNvPr id="634" name="Google Shape;634;p13"/>
            <p:cNvSpPr txBox="1"/>
            <p:nvPr/>
          </p:nvSpPr>
          <p:spPr>
            <a:xfrm>
              <a:off x="0" y="0"/>
              <a:ext cx="1652295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35" name="Google Shape;635;p13"/>
          <p:cNvSpPr/>
          <p:nvPr/>
        </p:nvSpPr>
        <p:spPr>
          <a:xfrm>
            <a:off x="13394224" y="4039460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6" name="Google Shape;636;p13"/>
          <p:cNvSpPr/>
          <p:nvPr/>
        </p:nvSpPr>
        <p:spPr>
          <a:xfrm>
            <a:off x="13394224" y="4039460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637" name="Google Shape;637;p13"/>
          <p:cNvSpPr/>
          <p:nvPr/>
        </p:nvSpPr>
        <p:spPr>
          <a:xfrm>
            <a:off x="13691789" y="4188237"/>
            <a:ext cx="2151060" cy="663295"/>
          </a:xfrm>
          <a:custGeom>
            <a:rect b="b" l="l" r="r" t="t"/>
            <a:pathLst>
              <a:path extrusionOk="0" h="679958" w="2205101">
                <a:moveTo>
                  <a:pt x="0" y="113284"/>
                </a:moveTo>
                <a:cubicBezTo>
                  <a:pt x="0" y="50800"/>
                  <a:pt x="50800" y="0"/>
                  <a:pt x="113284" y="0"/>
                </a:cubicBezTo>
                <a:lnTo>
                  <a:pt x="2091817" y="0"/>
                </a:lnTo>
                <a:cubicBezTo>
                  <a:pt x="2154428" y="0"/>
                  <a:pt x="2205101" y="50800"/>
                  <a:pt x="2205101" y="113284"/>
                </a:cubicBezTo>
                <a:lnTo>
                  <a:pt x="2205101" y="566674"/>
                </a:lnTo>
                <a:cubicBezTo>
                  <a:pt x="2205101" y="629285"/>
                  <a:pt x="2154301" y="679958"/>
                  <a:pt x="2091817" y="679958"/>
                </a:cubicBezTo>
                <a:lnTo>
                  <a:pt x="113284" y="679958"/>
                </a:lnTo>
                <a:cubicBezTo>
                  <a:pt x="50800" y="679958"/>
                  <a:pt x="0" y="629285"/>
                  <a:pt x="0" y="566674"/>
                </a:cubicBezTo>
                <a:close/>
              </a:path>
            </a:pathLst>
          </a:custGeom>
          <a:solidFill>
            <a:srgbClr val="D8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8" name="Google Shape;638;p13"/>
          <p:cNvGrpSpPr/>
          <p:nvPr/>
        </p:nvGrpSpPr>
        <p:grpSpPr>
          <a:xfrm>
            <a:off x="13701093" y="4222330"/>
            <a:ext cx="2132532" cy="595131"/>
            <a:chOff x="0" y="0"/>
            <a:chExt cx="2186108" cy="610083"/>
          </a:xfrm>
        </p:grpSpPr>
        <p:sp>
          <p:nvSpPr>
            <p:cNvPr id="639" name="Google Shape;639;p13"/>
            <p:cNvSpPr/>
            <p:nvPr/>
          </p:nvSpPr>
          <p:spPr>
            <a:xfrm>
              <a:off x="0" y="0"/>
              <a:ext cx="2186108" cy="610077"/>
            </a:xfrm>
            <a:custGeom>
              <a:rect b="b" l="l" r="r" t="t"/>
              <a:pathLst>
                <a:path extrusionOk="0" h="610077" w="2186108">
                  <a:moveTo>
                    <a:pt x="0" y="0"/>
                  </a:moveTo>
                  <a:lnTo>
                    <a:pt x="2186108" y="0"/>
                  </a:lnTo>
                  <a:lnTo>
                    <a:pt x="2186108" y="610077"/>
                  </a:lnTo>
                  <a:lnTo>
                    <a:pt x="0" y="61007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821" l="0" r="0" t="-19821"/>
              </a:stretch>
            </a:blipFill>
            <a:ln>
              <a:noFill/>
            </a:ln>
          </p:spPr>
        </p:sp>
        <p:sp>
          <p:nvSpPr>
            <p:cNvPr id="640" name="Google Shape;640;p13"/>
            <p:cNvSpPr txBox="1"/>
            <p:nvPr/>
          </p:nvSpPr>
          <p:spPr>
            <a:xfrm>
              <a:off x="0" y="0"/>
              <a:ext cx="2186102" cy="610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Crítico</a:t>
              </a:r>
              <a:endParaRPr/>
            </a:p>
          </p:txBody>
        </p:sp>
      </p:grpSp>
      <p:sp>
        <p:nvSpPr>
          <p:cNvPr id="641" name="Google Shape;641;p13"/>
          <p:cNvSpPr/>
          <p:nvPr/>
        </p:nvSpPr>
        <p:spPr>
          <a:xfrm>
            <a:off x="1987662" y="4981736"/>
            <a:ext cx="1134439" cy="960871"/>
          </a:xfrm>
          <a:custGeom>
            <a:rect b="b" l="l" r="r" t="t"/>
            <a:pathLst>
              <a:path extrusionOk="0" h="985012" w="1162939">
                <a:moveTo>
                  <a:pt x="0" y="0"/>
                </a:moveTo>
                <a:lnTo>
                  <a:pt x="1162939" y="0"/>
                </a:lnTo>
                <a:lnTo>
                  <a:pt x="116293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42" name="Google Shape;642;p13"/>
          <p:cNvGrpSpPr/>
          <p:nvPr/>
        </p:nvGrpSpPr>
        <p:grpSpPr>
          <a:xfrm>
            <a:off x="2120940" y="5040632"/>
            <a:ext cx="867894" cy="843094"/>
            <a:chOff x="0" y="0"/>
            <a:chExt cx="889699" cy="864275"/>
          </a:xfrm>
        </p:grpSpPr>
        <p:sp>
          <p:nvSpPr>
            <p:cNvPr id="643" name="Google Shape;643;p13"/>
            <p:cNvSpPr/>
            <p:nvPr/>
          </p:nvSpPr>
          <p:spPr>
            <a:xfrm>
              <a:off x="0" y="0"/>
              <a:ext cx="889695" cy="864275"/>
            </a:xfrm>
            <a:custGeom>
              <a:rect b="b" l="l" r="r" t="t"/>
              <a:pathLst>
                <a:path extrusionOk="0" h="864275" w="889695">
                  <a:moveTo>
                    <a:pt x="0" y="0"/>
                  </a:moveTo>
                  <a:lnTo>
                    <a:pt x="889695" y="0"/>
                  </a:lnTo>
                  <a:lnTo>
                    <a:pt x="889695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4639" r="-74639" t="0"/>
              </a:stretch>
            </a:blipFill>
            <a:ln>
              <a:noFill/>
            </a:ln>
          </p:spPr>
        </p:sp>
        <p:sp>
          <p:nvSpPr>
            <p:cNvPr id="644" name="Google Shape;644;p13"/>
            <p:cNvSpPr txBox="1"/>
            <p:nvPr/>
          </p:nvSpPr>
          <p:spPr>
            <a:xfrm>
              <a:off x="0" y="0"/>
              <a:ext cx="889699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R02</a:t>
              </a:r>
              <a:endParaRPr/>
            </a:p>
          </p:txBody>
        </p:sp>
      </p:grpSp>
      <p:sp>
        <p:nvSpPr>
          <p:cNvPr id="645" name="Google Shape;645;p13"/>
          <p:cNvSpPr/>
          <p:nvPr/>
        </p:nvSpPr>
        <p:spPr>
          <a:xfrm>
            <a:off x="3103517" y="4981736"/>
            <a:ext cx="6217793" cy="960871"/>
          </a:xfrm>
          <a:custGeom>
            <a:rect b="b" l="l" r="r" t="t"/>
            <a:pathLst>
              <a:path extrusionOk="0" h="985012" w="6374003">
                <a:moveTo>
                  <a:pt x="0" y="0"/>
                </a:moveTo>
                <a:lnTo>
                  <a:pt x="6374003" y="0"/>
                </a:lnTo>
                <a:lnTo>
                  <a:pt x="6374003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46" name="Google Shape;646;p13"/>
          <p:cNvGrpSpPr/>
          <p:nvPr/>
        </p:nvGrpSpPr>
        <p:grpSpPr>
          <a:xfrm>
            <a:off x="3236807" y="5040632"/>
            <a:ext cx="5951252" cy="843094"/>
            <a:chOff x="0" y="0"/>
            <a:chExt cx="6100766" cy="864275"/>
          </a:xfrm>
        </p:grpSpPr>
        <p:sp>
          <p:nvSpPr>
            <p:cNvPr id="647" name="Google Shape;647;p13"/>
            <p:cNvSpPr/>
            <p:nvPr/>
          </p:nvSpPr>
          <p:spPr>
            <a:xfrm>
              <a:off x="0" y="0"/>
              <a:ext cx="6100766" cy="864275"/>
            </a:xfrm>
            <a:custGeom>
              <a:rect b="b" l="l" r="r" t="t"/>
              <a:pathLst>
                <a:path extrusionOk="0" h="864275" w="6100766">
                  <a:moveTo>
                    <a:pt x="0" y="0"/>
                  </a:moveTo>
                  <a:lnTo>
                    <a:pt x="6100766" y="0"/>
                  </a:lnTo>
                  <a:lnTo>
                    <a:pt x="6100766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544" l="0" r="0" t="-87544"/>
              </a:stretch>
            </a:blipFill>
            <a:ln>
              <a:noFill/>
            </a:ln>
          </p:spPr>
        </p:sp>
        <p:sp>
          <p:nvSpPr>
            <p:cNvPr id="648" name="Google Shape;648;p13"/>
            <p:cNvSpPr txBox="1"/>
            <p:nvPr/>
          </p:nvSpPr>
          <p:spPr>
            <a:xfrm>
              <a:off x="0" y="0"/>
              <a:ext cx="6100762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Extracción incorrecta de datos tributarios mediante IA</a:t>
              </a:r>
              <a:endParaRPr/>
            </a:p>
          </p:txBody>
        </p:sp>
      </p:grpSp>
      <p:sp>
        <p:nvSpPr>
          <p:cNvPr id="649" name="Google Shape;649;p13"/>
          <p:cNvSpPr/>
          <p:nvPr/>
        </p:nvSpPr>
        <p:spPr>
          <a:xfrm>
            <a:off x="9302738" y="4981736"/>
            <a:ext cx="2250294" cy="960871"/>
          </a:xfrm>
          <a:custGeom>
            <a:rect b="b" l="l" r="r" t="t"/>
            <a:pathLst>
              <a:path extrusionOk="0" h="985012" w="2306828">
                <a:moveTo>
                  <a:pt x="0" y="0"/>
                </a:moveTo>
                <a:lnTo>
                  <a:pt x="2306828" y="0"/>
                </a:lnTo>
                <a:lnTo>
                  <a:pt x="2306828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50" name="Google Shape;650;p13"/>
          <p:cNvGrpSpPr/>
          <p:nvPr/>
        </p:nvGrpSpPr>
        <p:grpSpPr>
          <a:xfrm>
            <a:off x="9436029" y="5040632"/>
            <a:ext cx="1983750" cy="843094"/>
            <a:chOff x="0" y="0"/>
            <a:chExt cx="2033589" cy="864275"/>
          </a:xfrm>
        </p:grpSpPr>
        <p:sp>
          <p:nvSpPr>
            <p:cNvPr id="651" name="Google Shape;651;p13"/>
            <p:cNvSpPr/>
            <p:nvPr/>
          </p:nvSpPr>
          <p:spPr>
            <a:xfrm>
              <a:off x="0" y="0"/>
              <a:ext cx="2033589" cy="864275"/>
            </a:xfrm>
            <a:custGeom>
              <a:rect b="b" l="l" r="r" t="t"/>
              <a:pathLst>
                <a:path extrusionOk="0" h="864275" w="2033589">
                  <a:moveTo>
                    <a:pt x="0" y="0"/>
                  </a:moveTo>
                  <a:lnTo>
                    <a:pt x="2033589" y="0"/>
                  </a:lnTo>
                  <a:lnTo>
                    <a:pt x="2033589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528" r="-4528" t="0"/>
              </a:stretch>
            </a:blipFill>
            <a:ln>
              <a:noFill/>
            </a:ln>
          </p:spPr>
        </p:sp>
        <p:sp>
          <p:nvSpPr>
            <p:cNvPr id="652" name="Google Shape;652;p13"/>
            <p:cNvSpPr txBox="1"/>
            <p:nvPr/>
          </p:nvSpPr>
          <p:spPr>
            <a:xfrm>
              <a:off x="0" y="0"/>
              <a:ext cx="2033588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653" name="Google Shape;653;p13"/>
          <p:cNvSpPr/>
          <p:nvPr/>
        </p:nvSpPr>
        <p:spPr>
          <a:xfrm>
            <a:off x="11534461" y="4981736"/>
            <a:ext cx="1878382" cy="960871"/>
          </a:xfrm>
          <a:custGeom>
            <a:rect b="b" l="l" r="r" t="t"/>
            <a:pathLst>
              <a:path extrusionOk="0" h="985012" w="1925574">
                <a:moveTo>
                  <a:pt x="0" y="0"/>
                </a:moveTo>
                <a:lnTo>
                  <a:pt x="1925574" y="0"/>
                </a:lnTo>
                <a:lnTo>
                  <a:pt x="1925574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54" name="Google Shape;654;p13"/>
          <p:cNvGrpSpPr/>
          <p:nvPr/>
        </p:nvGrpSpPr>
        <p:grpSpPr>
          <a:xfrm>
            <a:off x="11667739" y="5040632"/>
            <a:ext cx="1611802" cy="843094"/>
            <a:chOff x="0" y="0"/>
            <a:chExt cx="1652295" cy="864275"/>
          </a:xfrm>
        </p:grpSpPr>
        <p:sp>
          <p:nvSpPr>
            <p:cNvPr id="655" name="Google Shape;655;p13"/>
            <p:cNvSpPr/>
            <p:nvPr/>
          </p:nvSpPr>
          <p:spPr>
            <a:xfrm>
              <a:off x="0" y="0"/>
              <a:ext cx="1652291" cy="864275"/>
            </a:xfrm>
            <a:custGeom>
              <a:rect b="b" l="l" r="r" t="t"/>
              <a:pathLst>
                <a:path extrusionOk="0" h="864275" w="1652291">
                  <a:moveTo>
                    <a:pt x="0" y="0"/>
                  </a:moveTo>
                  <a:lnTo>
                    <a:pt x="1652291" y="0"/>
                  </a:lnTo>
                  <a:lnTo>
                    <a:pt x="1652291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7112" r="-17112" t="0"/>
              </a:stretch>
            </a:blipFill>
            <a:ln>
              <a:noFill/>
            </a:ln>
          </p:spPr>
        </p:sp>
        <p:sp>
          <p:nvSpPr>
            <p:cNvPr id="656" name="Google Shape;656;p13"/>
            <p:cNvSpPr txBox="1"/>
            <p:nvPr/>
          </p:nvSpPr>
          <p:spPr>
            <a:xfrm>
              <a:off x="0" y="0"/>
              <a:ext cx="1652295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57" name="Google Shape;657;p13"/>
          <p:cNvSpPr/>
          <p:nvPr/>
        </p:nvSpPr>
        <p:spPr>
          <a:xfrm>
            <a:off x="13394224" y="4981736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8" name="Google Shape;658;p13"/>
          <p:cNvSpPr/>
          <p:nvPr/>
        </p:nvSpPr>
        <p:spPr>
          <a:xfrm>
            <a:off x="13394224" y="4981736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9" name="Google Shape;659;p13"/>
          <p:cNvSpPr/>
          <p:nvPr/>
        </p:nvSpPr>
        <p:spPr>
          <a:xfrm>
            <a:off x="13691789" y="5130513"/>
            <a:ext cx="2151060" cy="663295"/>
          </a:xfrm>
          <a:custGeom>
            <a:rect b="b" l="l" r="r" t="t"/>
            <a:pathLst>
              <a:path extrusionOk="0" h="679958" w="2205101">
                <a:moveTo>
                  <a:pt x="0" y="113284"/>
                </a:moveTo>
                <a:cubicBezTo>
                  <a:pt x="0" y="50800"/>
                  <a:pt x="50800" y="0"/>
                  <a:pt x="113284" y="0"/>
                </a:cubicBezTo>
                <a:lnTo>
                  <a:pt x="2091817" y="0"/>
                </a:lnTo>
                <a:cubicBezTo>
                  <a:pt x="2154428" y="0"/>
                  <a:pt x="2205101" y="50800"/>
                  <a:pt x="2205101" y="113284"/>
                </a:cubicBezTo>
                <a:lnTo>
                  <a:pt x="2205101" y="566674"/>
                </a:lnTo>
                <a:cubicBezTo>
                  <a:pt x="2205101" y="629285"/>
                  <a:pt x="2154301" y="679958"/>
                  <a:pt x="2091817" y="679958"/>
                </a:cubicBezTo>
                <a:lnTo>
                  <a:pt x="113284" y="679958"/>
                </a:lnTo>
                <a:cubicBezTo>
                  <a:pt x="50800" y="679958"/>
                  <a:pt x="0" y="629285"/>
                  <a:pt x="0" y="566674"/>
                </a:cubicBezTo>
                <a:close/>
              </a:path>
            </a:pathLst>
          </a:custGeom>
          <a:solidFill>
            <a:srgbClr val="F4A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0" name="Google Shape;660;p13"/>
          <p:cNvGrpSpPr/>
          <p:nvPr/>
        </p:nvGrpSpPr>
        <p:grpSpPr>
          <a:xfrm>
            <a:off x="13701093" y="5164619"/>
            <a:ext cx="2132532" cy="595131"/>
            <a:chOff x="0" y="0"/>
            <a:chExt cx="2186108" cy="610083"/>
          </a:xfrm>
        </p:grpSpPr>
        <p:sp>
          <p:nvSpPr>
            <p:cNvPr id="661" name="Google Shape;661;p13"/>
            <p:cNvSpPr/>
            <p:nvPr/>
          </p:nvSpPr>
          <p:spPr>
            <a:xfrm>
              <a:off x="0" y="0"/>
              <a:ext cx="2186108" cy="610077"/>
            </a:xfrm>
            <a:custGeom>
              <a:rect b="b" l="l" r="r" t="t"/>
              <a:pathLst>
                <a:path extrusionOk="0" h="610077" w="2186108">
                  <a:moveTo>
                    <a:pt x="0" y="0"/>
                  </a:moveTo>
                  <a:lnTo>
                    <a:pt x="2186108" y="0"/>
                  </a:lnTo>
                  <a:lnTo>
                    <a:pt x="2186108" y="610077"/>
                  </a:lnTo>
                  <a:lnTo>
                    <a:pt x="0" y="61007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821" l="0" r="0" t="-19821"/>
              </a:stretch>
            </a:blipFill>
            <a:ln>
              <a:noFill/>
            </a:ln>
          </p:spPr>
        </p:sp>
        <p:sp>
          <p:nvSpPr>
            <p:cNvPr id="662" name="Google Shape;662;p13"/>
            <p:cNvSpPr txBox="1"/>
            <p:nvPr/>
          </p:nvSpPr>
          <p:spPr>
            <a:xfrm>
              <a:off x="0" y="0"/>
              <a:ext cx="2186102" cy="610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Alto</a:t>
              </a:r>
              <a:endParaRPr/>
            </a:p>
          </p:txBody>
        </p:sp>
      </p:grpSp>
      <p:sp>
        <p:nvSpPr>
          <p:cNvPr id="663" name="Google Shape;663;p13"/>
          <p:cNvSpPr/>
          <p:nvPr/>
        </p:nvSpPr>
        <p:spPr>
          <a:xfrm>
            <a:off x="1987662" y="5924013"/>
            <a:ext cx="1134439" cy="960871"/>
          </a:xfrm>
          <a:custGeom>
            <a:rect b="b" l="l" r="r" t="t"/>
            <a:pathLst>
              <a:path extrusionOk="0" h="985012" w="1162939">
                <a:moveTo>
                  <a:pt x="0" y="0"/>
                </a:moveTo>
                <a:lnTo>
                  <a:pt x="1162939" y="0"/>
                </a:lnTo>
                <a:lnTo>
                  <a:pt x="116293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64" name="Google Shape;664;p13"/>
          <p:cNvGrpSpPr/>
          <p:nvPr/>
        </p:nvGrpSpPr>
        <p:grpSpPr>
          <a:xfrm>
            <a:off x="2120940" y="5982909"/>
            <a:ext cx="867894" cy="843094"/>
            <a:chOff x="0" y="0"/>
            <a:chExt cx="889699" cy="864275"/>
          </a:xfrm>
        </p:grpSpPr>
        <p:sp>
          <p:nvSpPr>
            <p:cNvPr id="665" name="Google Shape;665;p13"/>
            <p:cNvSpPr/>
            <p:nvPr/>
          </p:nvSpPr>
          <p:spPr>
            <a:xfrm>
              <a:off x="0" y="0"/>
              <a:ext cx="889695" cy="864275"/>
            </a:xfrm>
            <a:custGeom>
              <a:rect b="b" l="l" r="r" t="t"/>
              <a:pathLst>
                <a:path extrusionOk="0" h="864275" w="889695">
                  <a:moveTo>
                    <a:pt x="0" y="0"/>
                  </a:moveTo>
                  <a:lnTo>
                    <a:pt x="889695" y="0"/>
                  </a:lnTo>
                  <a:lnTo>
                    <a:pt x="889695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4639" r="-74639" t="0"/>
              </a:stretch>
            </a:blipFill>
            <a:ln>
              <a:noFill/>
            </a:ln>
          </p:spPr>
        </p:sp>
        <p:sp>
          <p:nvSpPr>
            <p:cNvPr id="666" name="Google Shape;666;p13"/>
            <p:cNvSpPr txBox="1"/>
            <p:nvPr/>
          </p:nvSpPr>
          <p:spPr>
            <a:xfrm>
              <a:off x="0" y="0"/>
              <a:ext cx="889699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R03</a:t>
              </a:r>
              <a:endParaRPr/>
            </a:p>
          </p:txBody>
        </p:sp>
      </p:grpSp>
      <p:sp>
        <p:nvSpPr>
          <p:cNvPr id="667" name="Google Shape;667;p13"/>
          <p:cNvSpPr/>
          <p:nvPr/>
        </p:nvSpPr>
        <p:spPr>
          <a:xfrm>
            <a:off x="3103517" y="5924013"/>
            <a:ext cx="6217793" cy="960871"/>
          </a:xfrm>
          <a:custGeom>
            <a:rect b="b" l="l" r="r" t="t"/>
            <a:pathLst>
              <a:path extrusionOk="0" h="985012" w="6374003">
                <a:moveTo>
                  <a:pt x="0" y="0"/>
                </a:moveTo>
                <a:lnTo>
                  <a:pt x="6374003" y="0"/>
                </a:lnTo>
                <a:lnTo>
                  <a:pt x="6374003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68" name="Google Shape;668;p13"/>
          <p:cNvGrpSpPr/>
          <p:nvPr/>
        </p:nvGrpSpPr>
        <p:grpSpPr>
          <a:xfrm>
            <a:off x="3236807" y="5982909"/>
            <a:ext cx="5951252" cy="843094"/>
            <a:chOff x="0" y="0"/>
            <a:chExt cx="6100766" cy="864275"/>
          </a:xfrm>
        </p:grpSpPr>
        <p:sp>
          <p:nvSpPr>
            <p:cNvPr id="669" name="Google Shape;669;p13"/>
            <p:cNvSpPr/>
            <p:nvPr/>
          </p:nvSpPr>
          <p:spPr>
            <a:xfrm>
              <a:off x="0" y="0"/>
              <a:ext cx="6100766" cy="864275"/>
            </a:xfrm>
            <a:custGeom>
              <a:rect b="b" l="l" r="r" t="t"/>
              <a:pathLst>
                <a:path extrusionOk="0" h="864275" w="6100766">
                  <a:moveTo>
                    <a:pt x="0" y="0"/>
                  </a:moveTo>
                  <a:lnTo>
                    <a:pt x="6100766" y="0"/>
                  </a:lnTo>
                  <a:lnTo>
                    <a:pt x="6100766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544" l="0" r="0" t="-87544"/>
              </a:stretch>
            </a:blipFill>
            <a:ln>
              <a:noFill/>
            </a:ln>
          </p:spPr>
        </p:sp>
        <p:sp>
          <p:nvSpPr>
            <p:cNvPr id="670" name="Google Shape;670;p13"/>
            <p:cNvSpPr txBox="1"/>
            <p:nvPr/>
          </p:nvSpPr>
          <p:spPr>
            <a:xfrm>
              <a:off x="0" y="0"/>
              <a:ext cx="6100762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Fallas de integración entre Node.js, FastAPI y PostgreSQL</a:t>
              </a:r>
              <a:endParaRPr/>
            </a:p>
          </p:txBody>
        </p:sp>
      </p:grpSp>
      <p:sp>
        <p:nvSpPr>
          <p:cNvPr id="671" name="Google Shape;671;p13"/>
          <p:cNvSpPr/>
          <p:nvPr/>
        </p:nvSpPr>
        <p:spPr>
          <a:xfrm>
            <a:off x="9302738" y="5924013"/>
            <a:ext cx="2250294" cy="960871"/>
          </a:xfrm>
          <a:custGeom>
            <a:rect b="b" l="l" r="r" t="t"/>
            <a:pathLst>
              <a:path extrusionOk="0" h="985012" w="2306828">
                <a:moveTo>
                  <a:pt x="0" y="0"/>
                </a:moveTo>
                <a:lnTo>
                  <a:pt x="2306828" y="0"/>
                </a:lnTo>
                <a:lnTo>
                  <a:pt x="2306828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72" name="Google Shape;672;p13"/>
          <p:cNvGrpSpPr/>
          <p:nvPr/>
        </p:nvGrpSpPr>
        <p:grpSpPr>
          <a:xfrm>
            <a:off x="9436029" y="5982909"/>
            <a:ext cx="1983750" cy="843094"/>
            <a:chOff x="0" y="0"/>
            <a:chExt cx="2033589" cy="864275"/>
          </a:xfrm>
        </p:grpSpPr>
        <p:sp>
          <p:nvSpPr>
            <p:cNvPr id="673" name="Google Shape;673;p13"/>
            <p:cNvSpPr/>
            <p:nvPr/>
          </p:nvSpPr>
          <p:spPr>
            <a:xfrm>
              <a:off x="0" y="0"/>
              <a:ext cx="2033589" cy="864275"/>
            </a:xfrm>
            <a:custGeom>
              <a:rect b="b" l="l" r="r" t="t"/>
              <a:pathLst>
                <a:path extrusionOk="0" h="864275" w="2033589">
                  <a:moveTo>
                    <a:pt x="0" y="0"/>
                  </a:moveTo>
                  <a:lnTo>
                    <a:pt x="2033589" y="0"/>
                  </a:lnTo>
                  <a:lnTo>
                    <a:pt x="2033589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528" r="-4528" t="0"/>
              </a:stretch>
            </a:blipFill>
            <a:ln>
              <a:noFill/>
            </a:ln>
          </p:spPr>
        </p:sp>
        <p:sp>
          <p:nvSpPr>
            <p:cNvPr id="674" name="Google Shape;674;p13"/>
            <p:cNvSpPr txBox="1"/>
            <p:nvPr/>
          </p:nvSpPr>
          <p:spPr>
            <a:xfrm>
              <a:off x="0" y="0"/>
              <a:ext cx="2033588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675" name="Google Shape;675;p13"/>
          <p:cNvSpPr/>
          <p:nvPr/>
        </p:nvSpPr>
        <p:spPr>
          <a:xfrm>
            <a:off x="11534461" y="5924013"/>
            <a:ext cx="1878382" cy="960871"/>
          </a:xfrm>
          <a:custGeom>
            <a:rect b="b" l="l" r="r" t="t"/>
            <a:pathLst>
              <a:path extrusionOk="0" h="985012" w="1925574">
                <a:moveTo>
                  <a:pt x="0" y="0"/>
                </a:moveTo>
                <a:lnTo>
                  <a:pt x="1925574" y="0"/>
                </a:lnTo>
                <a:lnTo>
                  <a:pt x="1925574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grpSp>
        <p:nvGrpSpPr>
          <p:cNvPr id="676" name="Google Shape;676;p13"/>
          <p:cNvGrpSpPr/>
          <p:nvPr/>
        </p:nvGrpSpPr>
        <p:grpSpPr>
          <a:xfrm>
            <a:off x="11667739" y="5982909"/>
            <a:ext cx="1611802" cy="843094"/>
            <a:chOff x="0" y="0"/>
            <a:chExt cx="1652295" cy="864275"/>
          </a:xfrm>
        </p:grpSpPr>
        <p:sp>
          <p:nvSpPr>
            <p:cNvPr id="677" name="Google Shape;677;p13"/>
            <p:cNvSpPr/>
            <p:nvPr/>
          </p:nvSpPr>
          <p:spPr>
            <a:xfrm>
              <a:off x="0" y="0"/>
              <a:ext cx="1652291" cy="864275"/>
            </a:xfrm>
            <a:custGeom>
              <a:rect b="b" l="l" r="r" t="t"/>
              <a:pathLst>
                <a:path extrusionOk="0" h="864275" w="1652291">
                  <a:moveTo>
                    <a:pt x="0" y="0"/>
                  </a:moveTo>
                  <a:lnTo>
                    <a:pt x="1652291" y="0"/>
                  </a:lnTo>
                  <a:lnTo>
                    <a:pt x="1652291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7112" r="-17112" t="0"/>
              </a:stretch>
            </a:blipFill>
            <a:ln>
              <a:noFill/>
            </a:ln>
          </p:spPr>
        </p:sp>
        <p:sp>
          <p:nvSpPr>
            <p:cNvPr id="678" name="Google Shape;678;p13"/>
            <p:cNvSpPr txBox="1"/>
            <p:nvPr/>
          </p:nvSpPr>
          <p:spPr>
            <a:xfrm>
              <a:off x="0" y="0"/>
              <a:ext cx="1652295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79" name="Google Shape;679;p13"/>
          <p:cNvSpPr/>
          <p:nvPr/>
        </p:nvSpPr>
        <p:spPr>
          <a:xfrm>
            <a:off x="13394224" y="5924013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0" name="Google Shape;680;p13"/>
          <p:cNvSpPr/>
          <p:nvPr/>
        </p:nvSpPr>
        <p:spPr>
          <a:xfrm>
            <a:off x="13394224" y="5924013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681" name="Google Shape;681;p13"/>
          <p:cNvSpPr/>
          <p:nvPr/>
        </p:nvSpPr>
        <p:spPr>
          <a:xfrm>
            <a:off x="13691789" y="6072802"/>
            <a:ext cx="2151060" cy="663295"/>
          </a:xfrm>
          <a:custGeom>
            <a:rect b="b" l="l" r="r" t="t"/>
            <a:pathLst>
              <a:path extrusionOk="0" h="679958" w="2205101">
                <a:moveTo>
                  <a:pt x="0" y="113284"/>
                </a:moveTo>
                <a:cubicBezTo>
                  <a:pt x="0" y="50800"/>
                  <a:pt x="50800" y="0"/>
                  <a:pt x="113284" y="0"/>
                </a:cubicBezTo>
                <a:lnTo>
                  <a:pt x="2091817" y="0"/>
                </a:lnTo>
                <a:cubicBezTo>
                  <a:pt x="2154428" y="0"/>
                  <a:pt x="2205101" y="50800"/>
                  <a:pt x="2205101" y="113284"/>
                </a:cubicBezTo>
                <a:lnTo>
                  <a:pt x="2205101" y="566674"/>
                </a:lnTo>
                <a:cubicBezTo>
                  <a:pt x="2205101" y="629285"/>
                  <a:pt x="2154301" y="679958"/>
                  <a:pt x="2091817" y="679958"/>
                </a:cubicBezTo>
                <a:lnTo>
                  <a:pt x="113284" y="679958"/>
                </a:lnTo>
                <a:cubicBezTo>
                  <a:pt x="50800" y="679958"/>
                  <a:pt x="0" y="629285"/>
                  <a:pt x="0" y="566674"/>
                </a:cubicBezTo>
                <a:close/>
              </a:path>
            </a:pathLst>
          </a:custGeom>
          <a:solidFill>
            <a:srgbClr val="F4A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2" name="Google Shape;682;p13"/>
          <p:cNvGrpSpPr/>
          <p:nvPr/>
        </p:nvGrpSpPr>
        <p:grpSpPr>
          <a:xfrm>
            <a:off x="13701093" y="6106895"/>
            <a:ext cx="2132532" cy="595131"/>
            <a:chOff x="0" y="0"/>
            <a:chExt cx="2186108" cy="610083"/>
          </a:xfrm>
        </p:grpSpPr>
        <p:sp>
          <p:nvSpPr>
            <p:cNvPr id="683" name="Google Shape;683;p13"/>
            <p:cNvSpPr/>
            <p:nvPr/>
          </p:nvSpPr>
          <p:spPr>
            <a:xfrm>
              <a:off x="0" y="0"/>
              <a:ext cx="2186108" cy="610077"/>
            </a:xfrm>
            <a:custGeom>
              <a:rect b="b" l="l" r="r" t="t"/>
              <a:pathLst>
                <a:path extrusionOk="0" h="610077" w="2186108">
                  <a:moveTo>
                    <a:pt x="0" y="0"/>
                  </a:moveTo>
                  <a:lnTo>
                    <a:pt x="2186108" y="0"/>
                  </a:lnTo>
                  <a:lnTo>
                    <a:pt x="2186108" y="610077"/>
                  </a:lnTo>
                  <a:lnTo>
                    <a:pt x="0" y="61007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821" l="0" r="0" t="-19821"/>
              </a:stretch>
            </a:blipFill>
            <a:ln>
              <a:noFill/>
            </a:ln>
          </p:spPr>
        </p:sp>
        <p:sp>
          <p:nvSpPr>
            <p:cNvPr id="684" name="Google Shape;684;p13"/>
            <p:cNvSpPr txBox="1"/>
            <p:nvPr/>
          </p:nvSpPr>
          <p:spPr>
            <a:xfrm>
              <a:off x="0" y="0"/>
              <a:ext cx="2186102" cy="610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Alto</a:t>
              </a:r>
              <a:endParaRPr/>
            </a:p>
          </p:txBody>
        </p:sp>
      </p:grpSp>
      <p:sp>
        <p:nvSpPr>
          <p:cNvPr id="685" name="Google Shape;685;p13"/>
          <p:cNvSpPr/>
          <p:nvPr/>
        </p:nvSpPr>
        <p:spPr>
          <a:xfrm>
            <a:off x="1987662" y="6866301"/>
            <a:ext cx="1134439" cy="960871"/>
          </a:xfrm>
          <a:custGeom>
            <a:rect b="b" l="l" r="r" t="t"/>
            <a:pathLst>
              <a:path extrusionOk="0" h="985012" w="1162939">
                <a:moveTo>
                  <a:pt x="0" y="0"/>
                </a:moveTo>
                <a:lnTo>
                  <a:pt x="1162939" y="0"/>
                </a:lnTo>
                <a:lnTo>
                  <a:pt x="116293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86" name="Google Shape;686;p13"/>
          <p:cNvGrpSpPr/>
          <p:nvPr/>
        </p:nvGrpSpPr>
        <p:grpSpPr>
          <a:xfrm>
            <a:off x="2120940" y="6925197"/>
            <a:ext cx="867894" cy="843094"/>
            <a:chOff x="0" y="0"/>
            <a:chExt cx="889699" cy="864275"/>
          </a:xfrm>
        </p:grpSpPr>
        <p:sp>
          <p:nvSpPr>
            <p:cNvPr id="687" name="Google Shape;687;p13"/>
            <p:cNvSpPr/>
            <p:nvPr/>
          </p:nvSpPr>
          <p:spPr>
            <a:xfrm>
              <a:off x="0" y="0"/>
              <a:ext cx="889695" cy="864275"/>
            </a:xfrm>
            <a:custGeom>
              <a:rect b="b" l="l" r="r" t="t"/>
              <a:pathLst>
                <a:path extrusionOk="0" h="864275" w="889695">
                  <a:moveTo>
                    <a:pt x="0" y="0"/>
                  </a:moveTo>
                  <a:lnTo>
                    <a:pt x="889695" y="0"/>
                  </a:lnTo>
                  <a:lnTo>
                    <a:pt x="889695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4639" r="-74639" t="0"/>
              </a:stretch>
            </a:blipFill>
            <a:ln>
              <a:noFill/>
            </a:ln>
          </p:spPr>
        </p:sp>
        <p:sp>
          <p:nvSpPr>
            <p:cNvPr id="688" name="Google Shape;688;p13"/>
            <p:cNvSpPr txBox="1"/>
            <p:nvPr/>
          </p:nvSpPr>
          <p:spPr>
            <a:xfrm>
              <a:off x="0" y="0"/>
              <a:ext cx="889699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R04</a:t>
              </a:r>
              <a:endParaRPr/>
            </a:p>
          </p:txBody>
        </p:sp>
      </p:grpSp>
      <p:sp>
        <p:nvSpPr>
          <p:cNvPr id="689" name="Google Shape;689;p13"/>
          <p:cNvSpPr/>
          <p:nvPr/>
        </p:nvSpPr>
        <p:spPr>
          <a:xfrm>
            <a:off x="3103517" y="6866301"/>
            <a:ext cx="6217793" cy="960871"/>
          </a:xfrm>
          <a:custGeom>
            <a:rect b="b" l="l" r="r" t="t"/>
            <a:pathLst>
              <a:path extrusionOk="0" h="985012" w="6374003">
                <a:moveTo>
                  <a:pt x="0" y="0"/>
                </a:moveTo>
                <a:lnTo>
                  <a:pt x="6374003" y="0"/>
                </a:lnTo>
                <a:lnTo>
                  <a:pt x="6374003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90" name="Google Shape;690;p13"/>
          <p:cNvGrpSpPr/>
          <p:nvPr/>
        </p:nvGrpSpPr>
        <p:grpSpPr>
          <a:xfrm>
            <a:off x="3236807" y="6925197"/>
            <a:ext cx="5951252" cy="843094"/>
            <a:chOff x="0" y="0"/>
            <a:chExt cx="6100766" cy="864275"/>
          </a:xfrm>
        </p:grpSpPr>
        <p:sp>
          <p:nvSpPr>
            <p:cNvPr id="691" name="Google Shape;691;p13"/>
            <p:cNvSpPr/>
            <p:nvPr/>
          </p:nvSpPr>
          <p:spPr>
            <a:xfrm>
              <a:off x="0" y="0"/>
              <a:ext cx="6100766" cy="864275"/>
            </a:xfrm>
            <a:custGeom>
              <a:rect b="b" l="l" r="r" t="t"/>
              <a:pathLst>
                <a:path extrusionOk="0" h="864275" w="6100766">
                  <a:moveTo>
                    <a:pt x="0" y="0"/>
                  </a:moveTo>
                  <a:lnTo>
                    <a:pt x="6100766" y="0"/>
                  </a:lnTo>
                  <a:lnTo>
                    <a:pt x="6100766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544" l="0" r="0" t="-87544"/>
              </a:stretch>
            </a:blipFill>
            <a:ln>
              <a:noFill/>
            </a:ln>
          </p:spPr>
        </p:sp>
        <p:sp>
          <p:nvSpPr>
            <p:cNvPr id="692" name="Google Shape;692;p13"/>
            <p:cNvSpPr txBox="1"/>
            <p:nvPr/>
          </p:nvSpPr>
          <p:spPr>
            <a:xfrm>
              <a:off x="0" y="0"/>
              <a:ext cx="6100762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Indisponibilidad o limitaciones del servicio externo de IA</a:t>
              </a:r>
              <a:endParaRPr/>
            </a:p>
          </p:txBody>
        </p:sp>
      </p:grpSp>
      <p:sp>
        <p:nvSpPr>
          <p:cNvPr id="693" name="Google Shape;693;p13"/>
          <p:cNvSpPr/>
          <p:nvPr/>
        </p:nvSpPr>
        <p:spPr>
          <a:xfrm>
            <a:off x="9302738" y="6866301"/>
            <a:ext cx="2250294" cy="960871"/>
          </a:xfrm>
          <a:custGeom>
            <a:rect b="b" l="l" r="r" t="t"/>
            <a:pathLst>
              <a:path extrusionOk="0" h="985012" w="2306828">
                <a:moveTo>
                  <a:pt x="0" y="0"/>
                </a:moveTo>
                <a:lnTo>
                  <a:pt x="2306828" y="0"/>
                </a:lnTo>
                <a:lnTo>
                  <a:pt x="2306828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94" name="Google Shape;694;p13"/>
          <p:cNvGrpSpPr/>
          <p:nvPr/>
        </p:nvGrpSpPr>
        <p:grpSpPr>
          <a:xfrm>
            <a:off x="9436029" y="6925197"/>
            <a:ext cx="1983750" cy="843094"/>
            <a:chOff x="0" y="0"/>
            <a:chExt cx="2033589" cy="864275"/>
          </a:xfrm>
        </p:grpSpPr>
        <p:sp>
          <p:nvSpPr>
            <p:cNvPr id="695" name="Google Shape;695;p13"/>
            <p:cNvSpPr/>
            <p:nvPr/>
          </p:nvSpPr>
          <p:spPr>
            <a:xfrm>
              <a:off x="0" y="0"/>
              <a:ext cx="2033589" cy="864275"/>
            </a:xfrm>
            <a:custGeom>
              <a:rect b="b" l="l" r="r" t="t"/>
              <a:pathLst>
                <a:path extrusionOk="0" h="864275" w="2033589">
                  <a:moveTo>
                    <a:pt x="0" y="0"/>
                  </a:moveTo>
                  <a:lnTo>
                    <a:pt x="2033589" y="0"/>
                  </a:lnTo>
                  <a:lnTo>
                    <a:pt x="2033589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528" r="-4528" t="0"/>
              </a:stretch>
            </a:blipFill>
            <a:ln>
              <a:noFill/>
            </a:ln>
          </p:spPr>
        </p:sp>
        <p:sp>
          <p:nvSpPr>
            <p:cNvPr id="696" name="Google Shape;696;p13"/>
            <p:cNvSpPr txBox="1"/>
            <p:nvPr/>
          </p:nvSpPr>
          <p:spPr>
            <a:xfrm>
              <a:off x="0" y="0"/>
              <a:ext cx="2033588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697" name="Google Shape;697;p13"/>
          <p:cNvSpPr/>
          <p:nvPr/>
        </p:nvSpPr>
        <p:spPr>
          <a:xfrm>
            <a:off x="11534461" y="6866301"/>
            <a:ext cx="1878382" cy="960871"/>
          </a:xfrm>
          <a:custGeom>
            <a:rect b="b" l="l" r="r" t="t"/>
            <a:pathLst>
              <a:path extrusionOk="0" h="985012" w="1925574">
                <a:moveTo>
                  <a:pt x="0" y="0"/>
                </a:moveTo>
                <a:lnTo>
                  <a:pt x="1925574" y="0"/>
                </a:lnTo>
                <a:lnTo>
                  <a:pt x="1925574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98" name="Google Shape;698;p13"/>
          <p:cNvGrpSpPr/>
          <p:nvPr/>
        </p:nvGrpSpPr>
        <p:grpSpPr>
          <a:xfrm>
            <a:off x="11667739" y="6925197"/>
            <a:ext cx="1611802" cy="843094"/>
            <a:chOff x="0" y="0"/>
            <a:chExt cx="1652295" cy="864275"/>
          </a:xfrm>
        </p:grpSpPr>
        <p:sp>
          <p:nvSpPr>
            <p:cNvPr id="699" name="Google Shape;699;p13"/>
            <p:cNvSpPr/>
            <p:nvPr/>
          </p:nvSpPr>
          <p:spPr>
            <a:xfrm>
              <a:off x="0" y="0"/>
              <a:ext cx="1652291" cy="864275"/>
            </a:xfrm>
            <a:custGeom>
              <a:rect b="b" l="l" r="r" t="t"/>
              <a:pathLst>
                <a:path extrusionOk="0" h="864275" w="1652291">
                  <a:moveTo>
                    <a:pt x="0" y="0"/>
                  </a:moveTo>
                  <a:lnTo>
                    <a:pt x="1652291" y="0"/>
                  </a:lnTo>
                  <a:lnTo>
                    <a:pt x="1652291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7112" r="-17112" t="0"/>
              </a:stretch>
            </a:blipFill>
            <a:ln>
              <a:noFill/>
            </a:ln>
          </p:spPr>
        </p:sp>
        <p:sp>
          <p:nvSpPr>
            <p:cNvPr id="700" name="Google Shape;700;p13"/>
            <p:cNvSpPr txBox="1"/>
            <p:nvPr/>
          </p:nvSpPr>
          <p:spPr>
            <a:xfrm>
              <a:off x="0" y="0"/>
              <a:ext cx="1652295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1E2A3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701" name="Google Shape;701;p13"/>
          <p:cNvSpPr/>
          <p:nvPr/>
        </p:nvSpPr>
        <p:spPr>
          <a:xfrm>
            <a:off x="13394224" y="6866301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2" name="Google Shape;702;p13"/>
          <p:cNvSpPr/>
          <p:nvPr/>
        </p:nvSpPr>
        <p:spPr>
          <a:xfrm>
            <a:off x="13394224" y="6866301"/>
            <a:ext cx="2746215" cy="960871"/>
          </a:xfrm>
          <a:custGeom>
            <a:rect b="b" l="l" r="r" t="t"/>
            <a:pathLst>
              <a:path extrusionOk="0" h="985012" w="2815209">
                <a:moveTo>
                  <a:pt x="0" y="0"/>
                </a:moveTo>
                <a:lnTo>
                  <a:pt x="2815209" y="0"/>
                </a:lnTo>
                <a:lnTo>
                  <a:pt x="281520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3" name="Google Shape;703;p13"/>
          <p:cNvSpPr/>
          <p:nvPr/>
        </p:nvSpPr>
        <p:spPr>
          <a:xfrm>
            <a:off x="13691789" y="7015078"/>
            <a:ext cx="2151060" cy="663295"/>
          </a:xfrm>
          <a:custGeom>
            <a:rect b="b" l="l" r="r" t="t"/>
            <a:pathLst>
              <a:path extrusionOk="0" h="679958" w="2205101">
                <a:moveTo>
                  <a:pt x="0" y="113284"/>
                </a:moveTo>
                <a:cubicBezTo>
                  <a:pt x="0" y="50800"/>
                  <a:pt x="50800" y="0"/>
                  <a:pt x="113284" y="0"/>
                </a:cubicBezTo>
                <a:lnTo>
                  <a:pt x="2091817" y="0"/>
                </a:lnTo>
                <a:cubicBezTo>
                  <a:pt x="2154428" y="0"/>
                  <a:pt x="2205101" y="50800"/>
                  <a:pt x="2205101" y="113284"/>
                </a:cubicBezTo>
                <a:lnTo>
                  <a:pt x="2205101" y="566674"/>
                </a:lnTo>
                <a:cubicBezTo>
                  <a:pt x="2205101" y="629285"/>
                  <a:pt x="2154301" y="679958"/>
                  <a:pt x="2091817" y="679958"/>
                </a:cubicBezTo>
                <a:lnTo>
                  <a:pt x="113284" y="679958"/>
                </a:lnTo>
                <a:cubicBezTo>
                  <a:pt x="50800" y="679958"/>
                  <a:pt x="0" y="629285"/>
                  <a:pt x="0" y="566674"/>
                </a:cubicBezTo>
                <a:close/>
              </a:path>
            </a:pathLst>
          </a:cu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4" name="Google Shape;704;p13"/>
          <p:cNvGrpSpPr/>
          <p:nvPr/>
        </p:nvGrpSpPr>
        <p:grpSpPr>
          <a:xfrm>
            <a:off x="13701093" y="7049172"/>
            <a:ext cx="2132532" cy="595131"/>
            <a:chOff x="0" y="0"/>
            <a:chExt cx="2186108" cy="610083"/>
          </a:xfrm>
        </p:grpSpPr>
        <p:sp>
          <p:nvSpPr>
            <p:cNvPr id="705" name="Google Shape;705;p13"/>
            <p:cNvSpPr/>
            <p:nvPr/>
          </p:nvSpPr>
          <p:spPr>
            <a:xfrm>
              <a:off x="0" y="0"/>
              <a:ext cx="2186108" cy="610077"/>
            </a:xfrm>
            <a:custGeom>
              <a:rect b="b" l="l" r="r" t="t"/>
              <a:pathLst>
                <a:path extrusionOk="0" h="610077" w="2186108">
                  <a:moveTo>
                    <a:pt x="0" y="0"/>
                  </a:moveTo>
                  <a:lnTo>
                    <a:pt x="2186108" y="0"/>
                  </a:lnTo>
                  <a:lnTo>
                    <a:pt x="2186108" y="610077"/>
                  </a:lnTo>
                  <a:lnTo>
                    <a:pt x="0" y="61007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821" l="0" r="0" t="-19821"/>
              </a:stretch>
            </a:blipFill>
            <a:ln>
              <a:noFill/>
            </a:ln>
          </p:spPr>
        </p:sp>
        <p:sp>
          <p:nvSpPr>
            <p:cNvPr id="706" name="Google Shape;706;p13"/>
            <p:cNvSpPr txBox="1"/>
            <p:nvPr/>
          </p:nvSpPr>
          <p:spPr>
            <a:xfrm>
              <a:off x="0" y="0"/>
              <a:ext cx="2186102" cy="610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Moderado</a:t>
              </a:r>
              <a:endParaRPr/>
            </a:p>
          </p:txBody>
        </p:sp>
      </p:grpSp>
      <p:sp>
        <p:nvSpPr>
          <p:cNvPr id="707" name="Google Shape;707;p13"/>
          <p:cNvSpPr/>
          <p:nvPr/>
        </p:nvSpPr>
        <p:spPr>
          <a:xfrm>
            <a:off x="1987662" y="7808578"/>
            <a:ext cx="1134439" cy="960871"/>
          </a:xfrm>
          <a:custGeom>
            <a:rect b="b" l="l" r="r" t="t"/>
            <a:pathLst>
              <a:path extrusionOk="0" h="985012" w="1162939">
                <a:moveTo>
                  <a:pt x="0" y="0"/>
                </a:moveTo>
                <a:lnTo>
                  <a:pt x="1162939" y="0"/>
                </a:lnTo>
                <a:lnTo>
                  <a:pt x="1162939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708" name="Google Shape;708;p13"/>
          <p:cNvSpPr/>
          <p:nvPr/>
        </p:nvSpPr>
        <p:spPr>
          <a:xfrm>
            <a:off x="9302738" y="7808578"/>
            <a:ext cx="2250294" cy="960871"/>
          </a:xfrm>
          <a:custGeom>
            <a:rect b="b" l="l" r="r" t="t"/>
            <a:pathLst>
              <a:path extrusionOk="0" h="985012" w="2306828">
                <a:moveTo>
                  <a:pt x="0" y="0"/>
                </a:moveTo>
                <a:lnTo>
                  <a:pt x="2306828" y="0"/>
                </a:lnTo>
                <a:lnTo>
                  <a:pt x="2306828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709" name="Google Shape;709;p13"/>
          <p:cNvSpPr/>
          <p:nvPr/>
        </p:nvSpPr>
        <p:spPr>
          <a:xfrm>
            <a:off x="11534461" y="7808578"/>
            <a:ext cx="1878382" cy="960871"/>
          </a:xfrm>
          <a:custGeom>
            <a:rect b="b" l="l" r="r" t="t"/>
            <a:pathLst>
              <a:path extrusionOk="0" h="985012" w="1925574">
                <a:moveTo>
                  <a:pt x="0" y="0"/>
                </a:moveTo>
                <a:lnTo>
                  <a:pt x="1925574" y="0"/>
                </a:lnTo>
                <a:lnTo>
                  <a:pt x="1925574" y="985012"/>
                </a:lnTo>
                <a:lnTo>
                  <a:pt x="0" y="985012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cxnSp>
        <p:nvCxnSpPr>
          <p:cNvPr id="710" name="Google Shape;710;p13"/>
          <p:cNvCxnSpPr/>
          <p:nvPr/>
        </p:nvCxnSpPr>
        <p:spPr>
          <a:xfrm flipH="1" rot="10800000">
            <a:off x="1987662" y="3097171"/>
            <a:ext cx="14152777" cy="1127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13"/>
          <p:cNvCxnSpPr/>
          <p:nvPr/>
        </p:nvCxnSpPr>
        <p:spPr>
          <a:xfrm flipH="1" rot="10800000">
            <a:off x="1987617" y="7782798"/>
            <a:ext cx="14152814" cy="1127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13"/>
          <p:cNvCxnSpPr/>
          <p:nvPr/>
        </p:nvCxnSpPr>
        <p:spPr>
          <a:xfrm rot="10800000">
            <a:off x="1978092" y="3097176"/>
            <a:ext cx="9570" cy="469689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13"/>
          <p:cNvCxnSpPr/>
          <p:nvPr/>
        </p:nvCxnSpPr>
        <p:spPr>
          <a:xfrm flipH="1" rot="10800000">
            <a:off x="16150001" y="3085898"/>
            <a:ext cx="3623" cy="469689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4" name="Google Shape;714;p13"/>
          <p:cNvGrpSpPr/>
          <p:nvPr/>
        </p:nvGrpSpPr>
        <p:grpSpPr>
          <a:xfrm>
            <a:off x="3217375" y="3158268"/>
            <a:ext cx="2033344" cy="843094"/>
            <a:chOff x="0" y="0"/>
            <a:chExt cx="2084428" cy="864275"/>
          </a:xfrm>
        </p:grpSpPr>
        <p:sp>
          <p:nvSpPr>
            <p:cNvPr id="715" name="Google Shape;715;p13"/>
            <p:cNvSpPr/>
            <p:nvPr/>
          </p:nvSpPr>
          <p:spPr>
            <a:xfrm>
              <a:off x="0" y="0"/>
              <a:ext cx="2084428" cy="864275"/>
            </a:xfrm>
            <a:custGeom>
              <a:rect b="b" l="l" r="r" t="t"/>
              <a:pathLst>
                <a:path extrusionOk="0" h="864275" w="2084428">
                  <a:moveTo>
                    <a:pt x="0" y="0"/>
                  </a:moveTo>
                  <a:lnTo>
                    <a:pt x="2084428" y="0"/>
                  </a:lnTo>
                  <a:lnTo>
                    <a:pt x="2084428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198" r="-3198" t="0"/>
              </a:stretch>
            </a:blipFill>
            <a:ln>
              <a:noFill/>
            </a:ln>
          </p:spPr>
        </p:sp>
        <p:sp>
          <p:nvSpPr>
            <p:cNvPr id="716" name="Google Shape;716;p13"/>
            <p:cNvSpPr txBox="1"/>
            <p:nvPr/>
          </p:nvSpPr>
          <p:spPr>
            <a:xfrm>
              <a:off x="0" y="0"/>
              <a:ext cx="2084426" cy="864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Riesgo identificado</a:t>
              </a:r>
              <a:endParaRPr/>
            </a:p>
          </p:txBody>
        </p:sp>
      </p:grpSp>
      <p:grpSp>
        <p:nvGrpSpPr>
          <p:cNvPr id="717" name="Google Shape;717;p13"/>
          <p:cNvGrpSpPr/>
          <p:nvPr/>
        </p:nvGrpSpPr>
        <p:grpSpPr>
          <a:xfrm>
            <a:off x="1987645" y="7983250"/>
            <a:ext cx="2848926" cy="843118"/>
            <a:chOff x="-17" y="-9"/>
            <a:chExt cx="2920500" cy="864300"/>
          </a:xfrm>
        </p:grpSpPr>
        <p:sp>
          <p:nvSpPr>
            <p:cNvPr id="718" name="Google Shape;718;p13"/>
            <p:cNvSpPr/>
            <p:nvPr/>
          </p:nvSpPr>
          <p:spPr>
            <a:xfrm>
              <a:off x="0" y="0"/>
              <a:ext cx="2084428" cy="864275"/>
            </a:xfrm>
            <a:custGeom>
              <a:rect b="b" l="l" r="r" t="t"/>
              <a:pathLst>
                <a:path extrusionOk="0" h="864275" w="2084428">
                  <a:moveTo>
                    <a:pt x="0" y="0"/>
                  </a:moveTo>
                  <a:lnTo>
                    <a:pt x="2084428" y="0"/>
                  </a:lnTo>
                  <a:lnTo>
                    <a:pt x="2084428" y="864275"/>
                  </a:lnTo>
                  <a:lnTo>
                    <a:pt x="0" y="8642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198" r="-3198" t="0"/>
              </a:stretch>
            </a:blipFill>
            <a:ln>
              <a:noFill/>
            </a:ln>
          </p:spPr>
        </p:sp>
        <p:sp>
          <p:nvSpPr>
            <p:cNvPr id="719" name="Google Shape;719;p13"/>
            <p:cNvSpPr txBox="1"/>
            <p:nvPr/>
          </p:nvSpPr>
          <p:spPr>
            <a:xfrm>
              <a:off x="-17" y="-9"/>
              <a:ext cx="2920500" cy="8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1" u="none" cap="none" strike="noStrike">
                  <a:solidFill>
                    <a:srgbClr val="0C2341"/>
                  </a:solidFill>
                  <a:latin typeface="Arial"/>
                  <a:ea typeface="Arial"/>
                  <a:cs typeface="Arial"/>
                  <a:sym typeface="Arial"/>
                </a:rPr>
                <a:t>Nivel de riesgo = P x I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725" name="Google Shape;725;p14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726" name="Google Shape;726;p14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Planificación · Carta Gantt</a:t>
            </a:r>
            <a:endParaRPr/>
          </a:p>
        </p:txBody>
      </p:sp>
      <p:sp>
        <p:nvSpPr>
          <p:cNvPr id="727" name="Google Shape;727;p14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28" name="Google Shape;728;p14"/>
          <p:cNvSpPr txBox="1"/>
          <p:nvPr/>
        </p:nvSpPr>
        <p:spPr>
          <a:xfrm>
            <a:off x="1258214" y="2461622"/>
            <a:ext cx="14916512" cy="361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224C82"/>
                </a:solidFill>
                <a:latin typeface="Arial"/>
                <a:ea typeface="Arial"/>
                <a:cs typeface="Arial"/>
                <a:sym typeface="Arial"/>
              </a:rPr>
              <a:t>Plan desde el 14 de ago al 30 nov. 2026  - 18 semanas</a:t>
            </a:r>
            <a:endParaRPr/>
          </a:p>
        </p:txBody>
      </p:sp>
      <p:sp>
        <p:nvSpPr>
          <p:cNvPr id="729" name="Google Shape;729;p14"/>
          <p:cNvSpPr txBox="1"/>
          <p:nvPr/>
        </p:nvSpPr>
        <p:spPr>
          <a:xfrm>
            <a:off x="7243062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30" name="Google Shape;730;p14"/>
          <p:cNvSpPr txBox="1"/>
          <p:nvPr/>
        </p:nvSpPr>
        <p:spPr>
          <a:xfrm>
            <a:off x="7792131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31" name="Google Shape;731;p14"/>
          <p:cNvSpPr txBox="1"/>
          <p:nvPr/>
        </p:nvSpPr>
        <p:spPr>
          <a:xfrm>
            <a:off x="8341209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32" name="Google Shape;732;p14"/>
          <p:cNvSpPr txBox="1"/>
          <p:nvPr/>
        </p:nvSpPr>
        <p:spPr>
          <a:xfrm>
            <a:off x="8890278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733" name="Google Shape;733;p14"/>
          <p:cNvSpPr txBox="1"/>
          <p:nvPr/>
        </p:nvSpPr>
        <p:spPr>
          <a:xfrm>
            <a:off x="9439346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734" name="Google Shape;734;p14"/>
          <p:cNvSpPr txBox="1"/>
          <p:nvPr/>
        </p:nvSpPr>
        <p:spPr>
          <a:xfrm>
            <a:off x="9988415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735" name="Google Shape;735;p14"/>
          <p:cNvSpPr txBox="1"/>
          <p:nvPr/>
        </p:nvSpPr>
        <p:spPr>
          <a:xfrm>
            <a:off x="10537484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736" name="Google Shape;736;p14"/>
          <p:cNvSpPr txBox="1"/>
          <p:nvPr/>
        </p:nvSpPr>
        <p:spPr>
          <a:xfrm>
            <a:off x="11086552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737" name="Google Shape;737;p14"/>
          <p:cNvSpPr txBox="1"/>
          <p:nvPr/>
        </p:nvSpPr>
        <p:spPr>
          <a:xfrm>
            <a:off x="11635621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738" name="Google Shape;738;p14"/>
          <p:cNvSpPr txBox="1"/>
          <p:nvPr/>
        </p:nvSpPr>
        <p:spPr>
          <a:xfrm>
            <a:off x="12184690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739" name="Google Shape;739;p14"/>
          <p:cNvSpPr txBox="1"/>
          <p:nvPr/>
        </p:nvSpPr>
        <p:spPr>
          <a:xfrm>
            <a:off x="12733758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740" name="Google Shape;740;p14"/>
          <p:cNvSpPr txBox="1"/>
          <p:nvPr/>
        </p:nvSpPr>
        <p:spPr>
          <a:xfrm>
            <a:off x="13282827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741" name="Google Shape;741;p14"/>
          <p:cNvSpPr txBox="1"/>
          <p:nvPr/>
        </p:nvSpPr>
        <p:spPr>
          <a:xfrm>
            <a:off x="13831895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742" name="Google Shape;742;p14"/>
          <p:cNvSpPr txBox="1"/>
          <p:nvPr/>
        </p:nvSpPr>
        <p:spPr>
          <a:xfrm>
            <a:off x="14380964" y="3406502"/>
            <a:ext cx="338738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743" name="Google Shape;743;p14"/>
          <p:cNvSpPr txBox="1"/>
          <p:nvPr/>
        </p:nvSpPr>
        <p:spPr>
          <a:xfrm>
            <a:off x="1230754" y="3811048"/>
            <a:ext cx="539016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Levantamiento / ERS</a:t>
            </a:r>
            <a:endParaRPr/>
          </a:p>
        </p:txBody>
      </p:sp>
      <p:sp>
        <p:nvSpPr>
          <p:cNvPr id="744" name="Google Shape;744;p14"/>
          <p:cNvSpPr/>
          <p:nvPr/>
        </p:nvSpPr>
        <p:spPr>
          <a:xfrm>
            <a:off x="7137892" y="3870931"/>
            <a:ext cx="7686961" cy="329469"/>
          </a:xfrm>
          <a:custGeom>
            <a:rect b="b" l="l" r="r" t="t"/>
            <a:pathLst>
              <a:path extrusionOk="0" h="439293" w="10249281">
                <a:moveTo>
                  <a:pt x="0" y="0"/>
                </a:moveTo>
                <a:lnTo>
                  <a:pt x="10249281" y="0"/>
                </a:lnTo>
                <a:lnTo>
                  <a:pt x="10249281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45" name="Google Shape;745;p14"/>
          <p:cNvSpPr/>
          <p:nvPr/>
        </p:nvSpPr>
        <p:spPr>
          <a:xfrm>
            <a:off x="7137892" y="3870931"/>
            <a:ext cx="1098137" cy="329469"/>
          </a:xfrm>
          <a:custGeom>
            <a:rect b="b" l="l" r="r" t="t"/>
            <a:pathLst>
              <a:path extrusionOk="0" h="439293" w="1464183">
                <a:moveTo>
                  <a:pt x="0" y="0"/>
                </a:moveTo>
                <a:lnTo>
                  <a:pt x="1464183" y="0"/>
                </a:lnTo>
                <a:lnTo>
                  <a:pt x="1464183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746" name="Google Shape;746;p14"/>
          <p:cNvSpPr txBox="1"/>
          <p:nvPr/>
        </p:nvSpPr>
        <p:spPr>
          <a:xfrm>
            <a:off x="1230754" y="4648371"/>
            <a:ext cx="539016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Arquitectura y diseño</a:t>
            </a:r>
            <a:endParaRPr/>
          </a:p>
        </p:txBody>
      </p:sp>
      <p:sp>
        <p:nvSpPr>
          <p:cNvPr id="747" name="Google Shape;747;p14"/>
          <p:cNvSpPr/>
          <p:nvPr/>
        </p:nvSpPr>
        <p:spPr>
          <a:xfrm>
            <a:off x="7137892" y="4708265"/>
            <a:ext cx="7686961" cy="329469"/>
          </a:xfrm>
          <a:custGeom>
            <a:rect b="b" l="l" r="r" t="t"/>
            <a:pathLst>
              <a:path extrusionOk="0" h="439293" w="10249281">
                <a:moveTo>
                  <a:pt x="0" y="0"/>
                </a:moveTo>
                <a:lnTo>
                  <a:pt x="10249281" y="0"/>
                </a:lnTo>
                <a:lnTo>
                  <a:pt x="10249281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48" name="Google Shape;748;p14"/>
          <p:cNvSpPr/>
          <p:nvPr/>
        </p:nvSpPr>
        <p:spPr>
          <a:xfrm>
            <a:off x="8236039" y="4708265"/>
            <a:ext cx="1098137" cy="329469"/>
          </a:xfrm>
          <a:custGeom>
            <a:rect b="b" l="l" r="r" t="t"/>
            <a:pathLst>
              <a:path extrusionOk="0" h="439293" w="1464183">
                <a:moveTo>
                  <a:pt x="0" y="0"/>
                </a:moveTo>
                <a:lnTo>
                  <a:pt x="1464183" y="0"/>
                </a:lnTo>
                <a:lnTo>
                  <a:pt x="1464183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749" name="Google Shape;749;p14"/>
          <p:cNvSpPr txBox="1"/>
          <p:nvPr/>
        </p:nvSpPr>
        <p:spPr>
          <a:xfrm>
            <a:off x="1230754" y="5485705"/>
            <a:ext cx="539016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Backend e integración IA</a:t>
            </a:r>
            <a:endParaRPr/>
          </a:p>
        </p:txBody>
      </p:sp>
      <p:sp>
        <p:nvSpPr>
          <p:cNvPr id="750" name="Google Shape;750;p14"/>
          <p:cNvSpPr/>
          <p:nvPr/>
        </p:nvSpPr>
        <p:spPr>
          <a:xfrm>
            <a:off x="7137892" y="5545598"/>
            <a:ext cx="7686961" cy="329469"/>
          </a:xfrm>
          <a:custGeom>
            <a:rect b="b" l="l" r="r" t="t"/>
            <a:pathLst>
              <a:path extrusionOk="0" h="439293" w="10249281">
                <a:moveTo>
                  <a:pt x="0" y="0"/>
                </a:moveTo>
                <a:lnTo>
                  <a:pt x="10249281" y="0"/>
                </a:lnTo>
                <a:lnTo>
                  <a:pt x="10249281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51" name="Google Shape;751;p14"/>
          <p:cNvSpPr/>
          <p:nvPr/>
        </p:nvSpPr>
        <p:spPr>
          <a:xfrm>
            <a:off x="9334176" y="5545598"/>
            <a:ext cx="1647254" cy="329469"/>
          </a:xfrm>
          <a:custGeom>
            <a:rect b="b" l="l" r="r" t="t"/>
            <a:pathLst>
              <a:path extrusionOk="0" h="439293" w="2196338">
                <a:moveTo>
                  <a:pt x="0" y="0"/>
                </a:moveTo>
                <a:lnTo>
                  <a:pt x="2196338" y="0"/>
                </a:lnTo>
                <a:lnTo>
                  <a:pt x="2196338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752" name="Google Shape;752;p14"/>
          <p:cNvSpPr txBox="1"/>
          <p:nvPr/>
        </p:nvSpPr>
        <p:spPr>
          <a:xfrm>
            <a:off x="1230754" y="6323038"/>
            <a:ext cx="539016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Frontend y revisión</a:t>
            </a:r>
            <a:endParaRPr/>
          </a:p>
        </p:txBody>
      </p:sp>
      <p:sp>
        <p:nvSpPr>
          <p:cNvPr id="753" name="Google Shape;753;p14"/>
          <p:cNvSpPr/>
          <p:nvPr/>
        </p:nvSpPr>
        <p:spPr>
          <a:xfrm>
            <a:off x="7137892" y="6382931"/>
            <a:ext cx="7686961" cy="329469"/>
          </a:xfrm>
          <a:custGeom>
            <a:rect b="b" l="l" r="r" t="t"/>
            <a:pathLst>
              <a:path extrusionOk="0" h="439293" w="10249281">
                <a:moveTo>
                  <a:pt x="0" y="0"/>
                </a:moveTo>
                <a:lnTo>
                  <a:pt x="10249281" y="0"/>
                </a:lnTo>
                <a:lnTo>
                  <a:pt x="10249281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54" name="Google Shape;754;p14"/>
          <p:cNvSpPr/>
          <p:nvPr/>
        </p:nvSpPr>
        <p:spPr>
          <a:xfrm>
            <a:off x="10981382" y="6382931"/>
            <a:ext cx="1647254" cy="329469"/>
          </a:xfrm>
          <a:custGeom>
            <a:rect b="b" l="l" r="r" t="t"/>
            <a:pathLst>
              <a:path extrusionOk="0" h="439293" w="2196338">
                <a:moveTo>
                  <a:pt x="0" y="0"/>
                </a:moveTo>
                <a:lnTo>
                  <a:pt x="2196338" y="0"/>
                </a:lnTo>
                <a:lnTo>
                  <a:pt x="2196338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755" name="Google Shape;755;p14"/>
          <p:cNvSpPr txBox="1"/>
          <p:nvPr/>
        </p:nvSpPr>
        <p:spPr>
          <a:xfrm>
            <a:off x="1230754" y="7160362"/>
            <a:ext cx="539016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Dashboard y chatbot</a:t>
            </a:r>
            <a:endParaRPr/>
          </a:p>
        </p:txBody>
      </p:sp>
      <p:sp>
        <p:nvSpPr>
          <p:cNvPr id="756" name="Google Shape;756;p14"/>
          <p:cNvSpPr/>
          <p:nvPr/>
        </p:nvSpPr>
        <p:spPr>
          <a:xfrm>
            <a:off x="7137892" y="7220255"/>
            <a:ext cx="7686961" cy="329469"/>
          </a:xfrm>
          <a:custGeom>
            <a:rect b="b" l="l" r="r" t="t"/>
            <a:pathLst>
              <a:path extrusionOk="0" h="439293" w="10249281">
                <a:moveTo>
                  <a:pt x="0" y="0"/>
                </a:moveTo>
                <a:lnTo>
                  <a:pt x="10249281" y="0"/>
                </a:lnTo>
                <a:lnTo>
                  <a:pt x="10249281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57" name="Google Shape;757;p14"/>
          <p:cNvSpPr/>
          <p:nvPr/>
        </p:nvSpPr>
        <p:spPr>
          <a:xfrm>
            <a:off x="12628588" y="7220255"/>
            <a:ext cx="1098137" cy="329469"/>
          </a:xfrm>
          <a:custGeom>
            <a:rect b="b" l="l" r="r" t="t"/>
            <a:pathLst>
              <a:path extrusionOk="0" h="439293" w="1464183">
                <a:moveTo>
                  <a:pt x="0" y="0"/>
                </a:moveTo>
                <a:lnTo>
                  <a:pt x="1464183" y="0"/>
                </a:lnTo>
                <a:lnTo>
                  <a:pt x="1464183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758" name="Google Shape;758;p14"/>
          <p:cNvSpPr txBox="1"/>
          <p:nvPr/>
        </p:nvSpPr>
        <p:spPr>
          <a:xfrm>
            <a:off x="1230754" y="7997695"/>
            <a:ext cx="539016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QA, despliegue y cierre</a:t>
            </a:r>
            <a:endParaRPr/>
          </a:p>
        </p:txBody>
      </p:sp>
      <p:sp>
        <p:nvSpPr>
          <p:cNvPr id="759" name="Google Shape;759;p14"/>
          <p:cNvSpPr/>
          <p:nvPr/>
        </p:nvSpPr>
        <p:spPr>
          <a:xfrm>
            <a:off x="7137892" y="8057588"/>
            <a:ext cx="7686961" cy="329469"/>
          </a:xfrm>
          <a:custGeom>
            <a:rect b="b" l="l" r="r" t="t"/>
            <a:pathLst>
              <a:path extrusionOk="0" h="439293" w="10249281">
                <a:moveTo>
                  <a:pt x="0" y="0"/>
                </a:moveTo>
                <a:lnTo>
                  <a:pt x="10249281" y="0"/>
                </a:lnTo>
                <a:lnTo>
                  <a:pt x="10249281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60" name="Google Shape;760;p14"/>
          <p:cNvSpPr/>
          <p:nvPr/>
        </p:nvSpPr>
        <p:spPr>
          <a:xfrm>
            <a:off x="13726725" y="8057588"/>
            <a:ext cx="1098137" cy="329469"/>
          </a:xfrm>
          <a:custGeom>
            <a:rect b="b" l="l" r="r" t="t"/>
            <a:pathLst>
              <a:path extrusionOk="0" h="439293" w="1464183">
                <a:moveTo>
                  <a:pt x="0" y="0"/>
                </a:moveTo>
                <a:lnTo>
                  <a:pt x="1464183" y="0"/>
                </a:lnTo>
                <a:lnTo>
                  <a:pt x="1464183" y="439293"/>
                </a:lnTo>
                <a:lnTo>
                  <a:pt x="0" y="439293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766" name="Google Shape;766;p15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767" name="Google Shape;767;p15"/>
          <p:cNvSpPr txBox="1"/>
          <p:nvPr/>
        </p:nvSpPr>
        <p:spPr>
          <a:xfrm>
            <a:off x="983675" y="1102681"/>
            <a:ext cx="16289188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Resumen de costos estimados del proyecto</a:t>
            </a:r>
            <a:endParaRPr/>
          </a:p>
        </p:txBody>
      </p:sp>
      <p:sp>
        <p:nvSpPr>
          <p:cNvPr id="768" name="Google Shape;768;p15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69" name="Google Shape;769;p15"/>
          <p:cNvSpPr txBox="1"/>
          <p:nvPr/>
        </p:nvSpPr>
        <p:spPr>
          <a:xfrm>
            <a:off x="1230754" y="2489073"/>
            <a:ext cx="107985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57697E"/>
                </a:solidFill>
                <a:latin typeface="Arial"/>
                <a:ea typeface="Arial"/>
                <a:cs typeface="Arial"/>
                <a:sym typeface="Arial"/>
              </a:rPr>
              <a:t>(Solo de referencia)</a:t>
            </a:r>
            <a:endParaRPr/>
          </a:p>
        </p:txBody>
      </p:sp>
      <p:sp>
        <p:nvSpPr>
          <p:cNvPr id="770" name="Google Shape;770;p15"/>
          <p:cNvSpPr txBox="1"/>
          <p:nvPr/>
        </p:nvSpPr>
        <p:spPr>
          <a:xfrm>
            <a:off x="1217028" y="3038142"/>
            <a:ext cx="10386698" cy="896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$10.000.000 CLP</a:t>
            </a:r>
            <a:endParaRPr/>
          </a:p>
        </p:txBody>
      </p:sp>
      <p:sp>
        <p:nvSpPr>
          <p:cNvPr id="771" name="Google Shape;771;p15"/>
          <p:cNvSpPr txBox="1"/>
          <p:nvPr/>
        </p:nvSpPr>
        <p:spPr>
          <a:xfrm>
            <a:off x="1299391" y="4534357"/>
            <a:ext cx="5650973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Desarrollo de software</a:t>
            </a:r>
            <a:endParaRPr/>
          </a:p>
        </p:txBody>
      </p:sp>
      <p:sp>
        <p:nvSpPr>
          <p:cNvPr id="772" name="Google Shape;772;p15"/>
          <p:cNvSpPr/>
          <p:nvPr/>
        </p:nvSpPr>
        <p:spPr>
          <a:xfrm>
            <a:off x="7000627" y="4543549"/>
            <a:ext cx="6520149" cy="260794"/>
          </a:xfrm>
          <a:custGeom>
            <a:rect b="b" l="l" r="r" t="t"/>
            <a:pathLst>
              <a:path extrusionOk="0" h="347726" w="8693531">
                <a:moveTo>
                  <a:pt x="0" y="0"/>
                </a:moveTo>
                <a:lnTo>
                  <a:pt x="8693531" y="0"/>
                </a:lnTo>
                <a:lnTo>
                  <a:pt x="8693531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73" name="Google Shape;773;p15"/>
          <p:cNvSpPr/>
          <p:nvPr/>
        </p:nvSpPr>
        <p:spPr>
          <a:xfrm>
            <a:off x="7000627" y="4543549"/>
            <a:ext cx="3594090" cy="260794"/>
          </a:xfrm>
          <a:custGeom>
            <a:rect b="b" l="l" r="r" t="t"/>
            <a:pathLst>
              <a:path extrusionOk="0" h="347726" w="4792120">
                <a:moveTo>
                  <a:pt x="0" y="0"/>
                </a:moveTo>
                <a:lnTo>
                  <a:pt x="4792120" y="0"/>
                </a:lnTo>
                <a:lnTo>
                  <a:pt x="4792120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224C82"/>
          </a:solidFill>
          <a:ln>
            <a:noFill/>
          </a:ln>
        </p:spPr>
      </p:sp>
      <p:sp>
        <p:nvSpPr>
          <p:cNvPr id="774" name="Google Shape;774;p15"/>
          <p:cNvSpPr txBox="1"/>
          <p:nvPr/>
        </p:nvSpPr>
        <p:spPr>
          <a:xfrm>
            <a:off x="13873067" y="4534357"/>
            <a:ext cx="846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  <a:endParaRPr/>
          </a:p>
        </p:txBody>
      </p:sp>
      <p:sp>
        <p:nvSpPr>
          <p:cNvPr id="775" name="Google Shape;775;p15"/>
          <p:cNvSpPr txBox="1"/>
          <p:nvPr/>
        </p:nvSpPr>
        <p:spPr>
          <a:xfrm>
            <a:off x="15012391" y="4534357"/>
            <a:ext cx="2040846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$6.000.000</a:t>
            </a:r>
            <a:endParaRPr/>
          </a:p>
        </p:txBody>
      </p:sp>
      <p:sp>
        <p:nvSpPr>
          <p:cNvPr id="776" name="Google Shape;776;p15"/>
          <p:cNvSpPr txBox="1"/>
          <p:nvPr/>
        </p:nvSpPr>
        <p:spPr>
          <a:xfrm>
            <a:off x="1299391" y="5179514"/>
            <a:ext cx="5650973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Análisis y diseño</a:t>
            </a:r>
            <a:endParaRPr/>
          </a:p>
        </p:txBody>
      </p:sp>
      <p:sp>
        <p:nvSpPr>
          <p:cNvPr id="777" name="Google Shape;777;p15"/>
          <p:cNvSpPr/>
          <p:nvPr/>
        </p:nvSpPr>
        <p:spPr>
          <a:xfrm>
            <a:off x="7000627" y="5188706"/>
            <a:ext cx="6520149" cy="260794"/>
          </a:xfrm>
          <a:custGeom>
            <a:rect b="b" l="l" r="r" t="t"/>
            <a:pathLst>
              <a:path extrusionOk="0" h="347726" w="8693531">
                <a:moveTo>
                  <a:pt x="0" y="0"/>
                </a:moveTo>
                <a:lnTo>
                  <a:pt x="8693531" y="0"/>
                </a:lnTo>
                <a:lnTo>
                  <a:pt x="8693531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78" name="Google Shape;778;p15"/>
          <p:cNvSpPr/>
          <p:nvPr/>
        </p:nvSpPr>
        <p:spPr>
          <a:xfrm>
            <a:off x="7000627" y="5188706"/>
            <a:ext cx="1086708" cy="260794"/>
          </a:xfrm>
          <a:custGeom>
            <a:rect b="b" l="l" r="r" t="t"/>
            <a:pathLst>
              <a:path extrusionOk="0" h="347726" w="1448943">
                <a:moveTo>
                  <a:pt x="0" y="0"/>
                </a:moveTo>
                <a:lnTo>
                  <a:pt x="1448943" y="0"/>
                </a:lnTo>
                <a:lnTo>
                  <a:pt x="1448943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779" name="Google Shape;779;p15"/>
          <p:cNvSpPr txBox="1"/>
          <p:nvPr/>
        </p:nvSpPr>
        <p:spPr>
          <a:xfrm>
            <a:off x="13873067" y="5179514"/>
            <a:ext cx="846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  <p:sp>
        <p:nvSpPr>
          <p:cNvPr id="780" name="Google Shape;780;p15"/>
          <p:cNvSpPr txBox="1"/>
          <p:nvPr/>
        </p:nvSpPr>
        <p:spPr>
          <a:xfrm>
            <a:off x="15012391" y="5179514"/>
            <a:ext cx="2040846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$1.000.000</a:t>
            </a:r>
            <a:endParaRPr/>
          </a:p>
        </p:txBody>
      </p:sp>
      <p:sp>
        <p:nvSpPr>
          <p:cNvPr id="781" name="Google Shape;781;p15"/>
          <p:cNvSpPr txBox="1"/>
          <p:nvPr/>
        </p:nvSpPr>
        <p:spPr>
          <a:xfrm>
            <a:off x="1299391" y="5824671"/>
            <a:ext cx="5650973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Infraestructura y cloud</a:t>
            </a:r>
            <a:endParaRPr/>
          </a:p>
        </p:txBody>
      </p:sp>
      <p:sp>
        <p:nvSpPr>
          <p:cNvPr id="782" name="Google Shape;782;p15"/>
          <p:cNvSpPr/>
          <p:nvPr/>
        </p:nvSpPr>
        <p:spPr>
          <a:xfrm>
            <a:off x="7000627" y="5833853"/>
            <a:ext cx="6520149" cy="260794"/>
          </a:xfrm>
          <a:custGeom>
            <a:rect b="b" l="l" r="r" t="t"/>
            <a:pathLst>
              <a:path extrusionOk="0" h="347726" w="8693531">
                <a:moveTo>
                  <a:pt x="0" y="0"/>
                </a:moveTo>
                <a:lnTo>
                  <a:pt x="8693531" y="0"/>
                </a:lnTo>
                <a:lnTo>
                  <a:pt x="8693531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83" name="Google Shape;783;p15"/>
          <p:cNvSpPr/>
          <p:nvPr/>
        </p:nvSpPr>
        <p:spPr>
          <a:xfrm>
            <a:off x="7000627" y="5833853"/>
            <a:ext cx="869346" cy="260794"/>
          </a:xfrm>
          <a:custGeom>
            <a:rect b="b" l="l" r="r" t="t"/>
            <a:pathLst>
              <a:path extrusionOk="0" h="347726" w="1159129">
                <a:moveTo>
                  <a:pt x="0" y="0"/>
                </a:moveTo>
                <a:lnTo>
                  <a:pt x="1159129" y="0"/>
                </a:lnTo>
                <a:lnTo>
                  <a:pt x="1159129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784" name="Google Shape;784;p15"/>
          <p:cNvSpPr txBox="1"/>
          <p:nvPr/>
        </p:nvSpPr>
        <p:spPr>
          <a:xfrm>
            <a:off x="13873067" y="5824671"/>
            <a:ext cx="846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  <a:endParaRPr/>
          </a:p>
        </p:txBody>
      </p:sp>
      <p:sp>
        <p:nvSpPr>
          <p:cNvPr id="785" name="Google Shape;785;p15"/>
          <p:cNvSpPr txBox="1"/>
          <p:nvPr/>
        </p:nvSpPr>
        <p:spPr>
          <a:xfrm>
            <a:off x="15012391" y="5824671"/>
            <a:ext cx="2040846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$800.000</a:t>
            </a:r>
            <a:endParaRPr/>
          </a:p>
        </p:txBody>
      </p:sp>
      <p:sp>
        <p:nvSpPr>
          <p:cNvPr id="786" name="Google Shape;786;p15"/>
          <p:cNvSpPr txBox="1"/>
          <p:nvPr/>
        </p:nvSpPr>
        <p:spPr>
          <a:xfrm>
            <a:off x="1299391" y="6469828"/>
            <a:ext cx="5650973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Pruebas y calidad</a:t>
            </a:r>
            <a:endParaRPr/>
          </a:p>
        </p:txBody>
      </p:sp>
      <p:sp>
        <p:nvSpPr>
          <p:cNvPr id="787" name="Google Shape;787;p15"/>
          <p:cNvSpPr/>
          <p:nvPr/>
        </p:nvSpPr>
        <p:spPr>
          <a:xfrm>
            <a:off x="7000627" y="6479010"/>
            <a:ext cx="6520149" cy="260794"/>
          </a:xfrm>
          <a:custGeom>
            <a:rect b="b" l="l" r="r" t="t"/>
            <a:pathLst>
              <a:path extrusionOk="0" h="347726" w="8693531">
                <a:moveTo>
                  <a:pt x="0" y="0"/>
                </a:moveTo>
                <a:lnTo>
                  <a:pt x="8693531" y="0"/>
                </a:lnTo>
                <a:lnTo>
                  <a:pt x="8693531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88" name="Google Shape;788;p15"/>
          <p:cNvSpPr/>
          <p:nvPr/>
        </p:nvSpPr>
        <p:spPr>
          <a:xfrm>
            <a:off x="7000627" y="6479010"/>
            <a:ext cx="760667" cy="260794"/>
          </a:xfrm>
          <a:custGeom>
            <a:rect b="b" l="l" r="r" t="t"/>
            <a:pathLst>
              <a:path extrusionOk="0" h="347726" w="1014222">
                <a:moveTo>
                  <a:pt x="0" y="0"/>
                </a:moveTo>
                <a:lnTo>
                  <a:pt x="1014222" y="0"/>
                </a:lnTo>
                <a:lnTo>
                  <a:pt x="1014222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789" name="Google Shape;789;p15"/>
          <p:cNvSpPr txBox="1"/>
          <p:nvPr/>
        </p:nvSpPr>
        <p:spPr>
          <a:xfrm>
            <a:off x="13873067" y="6469828"/>
            <a:ext cx="846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  <a:endParaRPr/>
          </a:p>
        </p:txBody>
      </p:sp>
      <p:sp>
        <p:nvSpPr>
          <p:cNvPr id="790" name="Google Shape;790;p15"/>
          <p:cNvSpPr txBox="1"/>
          <p:nvPr/>
        </p:nvSpPr>
        <p:spPr>
          <a:xfrm>
            <a:off x="15012391" y="6469828"/>
            <a:ext cx="2040846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$700.000</a:t>
            </a:r>
            <a:endParaRPr/>
          </a:p>
        </p:txBody>
      </p:sp>
      <p:sp>
        <p:nvSpPr>
          <p:cNvPr id="791" name="Google Shape;791;p15"/>
          <p:cNvSpPr txBox="1"/>
          <p:nvPr/>
        </p:nvSpPr>
        <p:spPr>
          <a:xfrm>
            <a:off x="1299391" y="7114984"/>
            <a:ext cx="5650973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Documentación y despliegue</a:t>
            </a:r>
            <a:endParaRPr/>
          </a:p>
        </p:txBody>
      </p:sp>
      <p:sp>
        <p:nvSpPr>
          <p:cNvPr id="792" name="Google Shape;792;p15"/>
          <p:cNvSpPr/>
          <p:nvPr/>
        </p:nvSpPr>
        <p:spPr>
          <a:xfrm>
            <a:off x="7000627" y="7124167"/>
            <a:ext cx="6520149" cy="260794"/>
          </a:xfrm>
          <a:custGeom>
            <a:rect b="b" l="l" r="r" t="t"/>
            <a:pathLst>
              <a:path extrusionOk="0" h="347726" w="8693531">
                <a:moveTo>
                  <a:pt x="0" y="0"/>
                </a:moveTo>
                <a:lnTo>
                  <a:pt x="8693531" y="0"/>
                </a:lnTo>
                <a:lnTo>
                  <a:pt x="8693531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93" name="Google Shape;793;p15"/>
          <p:cNvSpPr/>
          <p:nvPr/>
        </p:nvSpPr>
        <p:spPr>
          <a:xfrm>
            <a:off x="7000627" y="7124167"/>
            <a:ext cx="543306" cy="260794"/>
          </a:xfrm>
          <a:custGeom>
            <a:rect b="b" l="l" r="r" t="t"/>
            <a:pathLst>
              <a:path extrusionOk="0" h="347726" w="724408">
                <a:moveTo>
                  <a:pt x="0" y="0"/>
                </a:moveTo>
                <a:lnTo>
                  <a:pt x="724408" y="0"/>
                </a:lnTo>
                <a:lnTo>
                  <a:pt x="724408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794" name="Google Shape;794;p15"/>
          <p:cNvSpPr txBox="1"/>
          <p:nvPr/>
        </p:nvSpPr>
        <p:spPr>
          <a:xfrm>
            <a:off x="13873067" y="7114984"/>
            <a:ext cx="846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/>
          </a:p>
        </p:txBody>
      </p:sp>
      <p:sp>
        <p:nvSpPr>
          <p:cNvPr id="795" name="Google Shape;795;p15"/>
          <p:cNvSpPr txBox="1"/>
          <p:nvPr/>
        </p:nvSpPr>
        <p:spPr>
          <a:xfrm>
            <a:off x="15012391" y="7114984"/>
            <a:ext cx="2040846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$500.000</a:t>
            </a:r>
            <a:endParaRPr/>
          </a:p>
        </p:txBody>
      </p:sp>
      <p:sp>
        <p:nvSpPr>
          <p:cNvPr id="796" name="Google Shape;796;p15"/>
          <p:cNvSpPr txBox="1"/>
          <p:nvPr/>
        </p:nvSpPr>
        <p:spPr>
          <a:xfrm>
            <a:off x="1299391" y="7760141"/>
            <a:ext cx="5650973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192F4B"/>
                </a:solidFill>
                <a:latin typeface="Arial"/>
                <a:ea typeface="Arial"/>
                <a:cs typeface="Arial"/>
                <a:sym typeface="Arial"/>
              </a:rPr>
              <a:t>Contingencia</a:t>
            </a:r>
            <a:endParaRPr/>
          </a:p>
        </p:txBody>
      </p:sp>
      <p:sp>
        <p:nvSpPr>
          <p:cNvPr id="797" name="Google Shape;797;p15"/>
          <p:cNvSpPr/>
          <p:nvPr/>
        </p:nvSpPr>
        <p:spPr>
          <a:xfrm>
            <a:off x="7000627" y="7769323"/>
            <a:ext cx="6520149" cy="260794"/>
          </a:xfrm>
          <a:custGeom>
            <a:rect b="b" l="l" r="r" t="t"/>
            <a:pathLst>
              <a:path extrusionOk="0" h="347726" w="8693531">
                <a:moveTo>
                  <a:pt x="0" y="0"/>
                </a:moveTo>
                <a:lnTo>
                  <a:pt x="8693531" y="0"/>
                </a:lnTo>
                <a:lnTo>
                  <a:pt x="8693531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  <p:sp>
        <p:nvSpPr>
          <p:cNvPr id="798" name="Google Shape;798;p15"/>
          <p:cNvSpPr/>
          <p:nvPr/>
        </p:nvSpPr>
        <p:spPr>
          <a:xfrm>
            <a:off x="7000627" y="7769323"/>
            <a:ext cx="1086708" cy="260794"/>
          </a:xfrm>
          <a:custGeom>
            <a:rect b="b" l="l" r="r" t="t"/>
            <a:pathLst>
              <a:path extrusionOk="0" h="347726" w="1448943">
                <a:moveTo>
                  <a:pt x="0" y="0"/>
                </a:moveTo>
                <a:lnTo>
                  <a:pt x="1448943" y="0"/>
                </a:lnTo>
                <a:lnTo>
                  <a:pt x="1448943" y="347726"/>
                </a:lnTo>
                <a:lnTo>
                  <a:pt x="0" y="347726"/>
                </a:lnTo>
                <a:close/>
              </a:path>
            </a:pathLst>
          </a:custGeom>
          <a:solidFill>
            <a:srgbClr val="4D77AB"/>
          </a:solidFill>
          <a:ln>
            <a:noFill/>
          </a:ln>
        </p:spPr>
      </p:sp>
      <p:sp>
        <p:nvSpPr>
          <p:cNvPr id="799" name="Google Shape;799;p15"/>
          <p:cNvSpPr txBox="1"/>
          <p:nvPr/>
        </p:nvSpPr>
        <p:spPr>
          <a:xfrm>
            <a:off x="13873067" y="7760141"/>
            <a:ext cx="846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  <p:sp>
        <p:nvSpPr>
          <p:cNvPr id="800" name="Google Shape;800;p15"/>
          <p:cNvSpPr txBox="1"/>
          <p:nvPr/>
        </p:nvSpPr>
        <p:spPr>
          <a:xfrm>
            <a:off x="15012391" y="7760141"/>
            <a:ext cx="2040846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$1.000.000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7FAFD"/>
          </a:solidFill>
          <a:ln>
            <a:noFill/>
          </a:ln>
        </p:spPr>
      </p:sp>
      <p:sp>
        <p:nvSpPr>
          <p:cNvPr id="806" name="Google Shape;806;p16"/>
          <p:cNvSpPr/>
          <p:nvPr/>
        </p:nvSpPr>
        <p:spPr>
          <a:xfrm>
            <a:off x="0" y="0"/>
            <a:ext cx="18301811" cy="178404"/>
          </a:xfrm>
          <a:custGeom>
            <a:rect b="b" l="l" r="r" t="t"/>
            <a:pathLst>
              <a:path extrusionOk="0" h="237871" w="24402414">
                <a:moveTo>
                  <a:pt x="0" y="0"/>
                </a:moveTo>
                <a:lnTo>
                  <a:pt x="24402414" y="0"/>
                </a:lnTo>
                <a:lnTo>
                  <a:pt x="24402414" y="237871"/>
                </a:lnTo>
                <a:lnTo>
                  <a:pt x="0" y="237871"/>
                </a:lnTo>
                <a:close/>
              </a:path>
            </a:pathLst>
          </a:custGeom>
          <a:solidFill>
            <a:srgbClr val="0C2341"/>
          </a:solidFill>
          <a:ln>
            <a:noFill/>
          </a:ln>
        </p:spPr>
      </p:sp>
      <p:sp>
        <p:nvSpPr>
          <p:cNvPr id="807" name="Google Shape;807;p16"/>
          <p:cNvSpPr txBox="1"/>
          <p:nvPr/>
        </p:nvSpPr>
        <p:spPr>
          <a:xfrm>
            <a:off x="983675" y="1102681"/>
            <a:ext cx="16289188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0C2341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endParaRPr/>
          </a:p>
        </p:txBody>
      </p:sp>
      <p:sp>
        <p:nvSpPr>
          <p:cNvPr id="808" name="Google Shape;808;p16"/>
          <p:cNvSpPr/>
          <p:nvPr/>
        </p:nvSpPr>
        <p:spPr>
          <a:xfrm>
            <a:off x="892235" y="2127647"/>
            <a:ext cx="16540734" cy="34290"/>
          </a:xfrm>
          <a:custGeom>
            <a:rect b="b" l="l" r="r" t="t"/>
            <a:pathLst>
              <a:path extrusionOk="0" h="45720" w="22054313">
                <a:moveTo>
                  <a:pt x="0" y="0"/>
                </a:moveTo>
                <a:lnTo>
                  <a:pt x="22054313" y="0"/>
                </a:lnTo>
                <a:lnTo>
                  <a:pt x="22054313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E6EEF7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